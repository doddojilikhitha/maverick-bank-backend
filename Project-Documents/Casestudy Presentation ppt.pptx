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24" r:id="rId5"/>
    <p:sldId id="302" r:id="rId6"/>
    <p:sldId id="315" r:id="rId7"/>
    <p:sldId id="328" r:id="rId8"/>
    <p:sldId id="329" r:id="rId9"/>
    <p:sldId id="333" r:id="rId10"/>
    <p:sldId id="330" r:id="rId11"/>
    <p:sldId id="331" r:id="rId12"/>
    <p:sldId id="332" r:id="rId13"/>
    <p:sldId id="334" r:id="rId14"/>
    <p:sldId id="31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81B9F1-095C-49D7-BB44-48451269793A}" v="12" dt="2026-05-18T04:14:19.140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91" d="100"/>
          <a:sy n="91" d="100"/>
        </p:scale>
        <p:origin x="370" y="67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khitha doddoji" userId="2c72f39b067c1e74" providerId="LiveId" clId="{4B696ADB-7CEF-495E-A938-231308810E7A}"/>
    <pc:docChg chg="custSel addSld modSld">
      <pc:chgData name="likhitha doddoji" userId="2c72f39b067c1e74" providerId="LiveId" clId="{4B696ADB-7CEF-495E-A938-231308810E7A}" dt="2026-05-18T11:01:44.206" v="141" actId="1076"/>
      <pc:docMkLst>
        <pc:docMk/>
      </pc:docMkLst>
      <pc:sldChg chg="modSp mod">
        <pc:chgData name="likhitha doddoji" userId="2c72f39b067c1e74" providerId="LiveId" clId="{4B696ADB-7CEF-495E-A938-231308810E7A}" dt="2026-05-18T11:01:44.206" v="141" actId="1076"/>
        <pc:sldMkLst>
          <pc:docMk/>
          <pc:sldMk cId="1341901065" sldId="302"/>
        </pc:sldMkLst>
        <pc:spChg chg="mod">
          <ac:chgData name="likhitha doddoji" userId="2c72f39b067c1e74" providerId="LiveId" clId="{4B696ADB-7CEF-495E-A938-231308810E7A}" dt="2026-05-18T11:01:44.206" v="141" actId="1076"/>
          <ac:spMkLst>
            <pc:docMk/>
            <pc:sldMk cId="1341901065" sldId="302"/>
            <ac:spMk id="7" creationId="{B21C28F5-3CA3-4B78-B5C9-550C00BB3174}"/>
          </ac:spMkLst>
        </pc:spChg>
        <pc:spChg chg="mod">
          <ac:chgData name="likhitha doddoji" userId="2c72f39b067c1e74" providerId="LiveId" clId="{4B696ADB-7CEF-495E-A938-231308810E7A}" dt="2026-05-18T11:01:40.836" v="140" actId="1076"/>
          <ac:spMkLst>
            <pc:docMk/>
            <pc:sldMk cId="1341901065" sldId="302"/>
            <ac:spMk id="9" creationId="{FEF304F5-32C5-4869-B185-859B567855A8}"/>
          </ac:spMkLst>
        </pc:spChg>
      </pc:sldChg>
      <pc:sldChg chg="modSp mod">
        <pc:chgData name="likhitha doddoji" userId="2c72f39b067c1e74" providerId="LiveId" clId="{4B696ADB-7CEF-495E-A938-231308810E7A}" dt="2026-05-18T05:39:26.229" v="97" actId="20577"/>
        <pc:sldMkLst>
          <pc:docMk/>
          <pc:sldMk cId="3665993043" sldId="324"/>
        </pc:sldMkLst>
        <pc:spChg chg="mod">
          <ac:chgData name="likhitha doddoji" userId="2c72f39b067c1e74" providerId="LiveId" clId="{4B696ADB-7CEF-495E-A938-231308810E7A}" dt="2026-05-18T05:39:26.229" v="97" actId="20577"/>
          <ac:spMkLst>
            <pc:docMk/>
            <pc:sldMk cId="3665993043" sldId="324"/>
            <ac:spMk id="8" creationId="{9FFAF4E3-C8A2-4861-A67E-040D885F84F1}"/>
          </ac:spMkLst>
        </pc:spChg>
      </pc:sldChg>
      <pc:sldChg chg="addSp modSp mod">
        <pc:chgData name="likhitha doddoji" userId="2c72f39b067c1e74" providerId="LiveId" clId="{4B696ADB-7CEF-495E-A938-231308810E7A}" dt="2026-05-18T04:00:58.186" v="32" actId="1076"/>
        <pc:sldMkLst>
          <pc:docMk/>
          <pc:sldMk cId="3111517332" sldId="328"/>
        </pc:sldMkLst>
        <pc:spChg chg="mod">
          <ac:chgData name="likhitha doddoji" userId="2c72f39b067c1e74" providerId="LiveId" clId="{4B696ADB-7CEF-495E-A938-231308810E7A}" dt="2026-05-18T04:00:32.896" v="23" actId="255"/>
          <ac:spMkLst>
            <pc:docMk/>
            <pc:sldMk cId="3111517332" sldId="328"/>
            <ac:spMk id="8" creationId="{B05E11F8-F638-99AF-8FA7-8BF7BE682DBE}"/>
          </ac:spMkLst>
        </pc:spChg>
        <pc:spChg chg="add">
          <ac:chgData name="likhitha doddoji" userId="2c72f39b067c1e74" providerId="LiveId" clId="{4B696ADB-7CEF-495E-A938-231308810E7A}" dt="2026-05-18T04:00:06.436" v="20"/>
          <ac:spMkLst>
            <pc:docMk/>
            <pc:sldMk cId="3111517332" sldId="328"/>
            <ac:spMk id="9" creationId="{F9174BD0-ED53-D9C8-31D8-EDF3890A6EFB}"/>
          </ac:spMkLst>
        </pc:spChg>
        <pc:picChg chg="add mod">
          <ac:chgData name="likhitha doddoji" userId="2c72f39b067c1e74" providerId="LiveId" clId="{4B696ADB-7CEF-495E-A938-231308810E7A}" dt="2026-05-18T04:00:58.186" v="32" actId="1076"/>
          <ac:picMkLst>
            <pc:docMk/>
            <pc:sldMk cId="3111517332" sldId="328"/>
            <ac:picMk id="11" creationId="{8D43D939-5323-C731-B51A-4D566DEAD578}"/>
          </ac:picMkLst>
        </pc:picChg>
      </pc:sldChg>
      <pc:sldChg chg="addSp delSp modSp mod">
        <pc:chgData name="likhitha doddoji" userId="2c72f39b067c1e74" providerId="LiveId" clId="{4B696ADB-7CEF-495E-A938-231308810E7A}" dt="2026-05-18T03:48:55.562" v="8" actId="1076"/>
        <pc:sldMkLst>
          <pc:docMk/>
          <pc:sldMk cId="1431104489" sldId="329"/>
        </pc:sldMkLst>
        <pc:spChg chg="mod">
          <ac:chgData name="likhitha doddoji" userId="2c72f39b067c1e74" providerId="LiveId" clId="{4B696ADB-7CEF-495E-A938-231308810E7A}" dt="2026-05-18T03:48:48.564" v="6" actId="255"/>
          <ac:spMkLst>
            <pc:docMk/>
            <pc:sldMk cId="1431104489" sldId="329"/>
            <ac:spMk id="6" creationId="{13358A8E-E791-6C5F-4EBC-E9193CAE8983}"/>
          </ac:spMkLst>
        </pc:spChg>
        <pc:spChg chg="add del mod">
          <ac:chgData name="likhitha doddoji" userId="2c72f39b067c1e74" providerId="LiveId" clId="{4B696ADB-7CEF-495E-A938-231308810E7A}" dt="2026-05-18T03:48:09.413" v="2" actId="478"/>
          <ac:spMkLst>
            <pc:docMk/>
            <pc:sldMk cId="1431104489" sldId="329"/>
            <ac:spMk id="7" creationId="{B05EA9AB-CC70-7A5C-0289-4EFCDE361390}"/>
          </ac:spMkLst>
        </pc:spChg>
        <pc:picChg chg="add mod">
          <ac:chgData name="likhitha doddoji" userId="2c72f39b067c1e74" providerId="LiveId" clId="{4B696ADB-7CEF-495E-A938-231308810E7A}" dt="2026-05-18T03:48:55.562" v="8" actId="1076"/>
          <ac:picMkLst>
            <pc:docMk/>
            <pc:sldMk cId="1431104489" sldId="329"/>
            <ac:picMk id="9" creationId="{9C9CD256-8E75-4D34-C794-49F6454B8C56}"/>
          </ac:picMkLst>
        </pc:picChg>
      </pc:sldChg>
      <pc:sldChg chg="addSp delSp modSp mod">
        <pc:chgData name="likhitha doddoji" userId="2c72f39b067c1e74" providerId="LiveId" clId="{4B696ADB-7CEF-495E-A938-231308810E7A}" dt="2026-05-18T04:30:38.023" v="94" actId="1076"/>
        <pc:sldMkLst>
          <pc:docMk/>
          <pc:sldMk cId="3918480916" sldId="330"/>
        </pc:sldMkLst>
        <pc:picChg chg="add del mod">
          <ac:chgData name="likhitha doddoji" userId="2c72f39b067c1e74" providerId="LiveId" clId="{4B696ADB-7CEF-495E-A938-231308810E7A}" dt="2026-05-18T04:15:01.293" v="65" actId="478"/>
          <ac:picMkLst>
            <pc:docMk/>
            <pc:sldMk cId="3918480916" sldId="330"/>
            <ac:picMk id="5" creationId="{E6415A69-A296-ED28-E4D6-2DC015C201B7}"/>
          </ac:picMkLst>
        </pc:picChg>
        <pc:picChg chg="add del mod">
          <ac:chgData name="likhitha doddoji" userId="2c72f39b067c1e74" providerId="LiveId" clId="{4B696ADB-7CEF-495E-A938-231308810E7A}" dt="2026-05-18T04:20:52.704" v="78" actId="478"/>
          <ac:picMkLst>
            <pc:docMk/>
            <pc:sldMk cId="3918480916" sldId="330"/>
            <ac:picMk id="7" creationId="{C0D86371-8013-2D3D-5FA4-D5C818107785}"/>
          </ac:picMkLst>
        </pc:picChg>
        <pc:picChg chg="add mod">
          <ac:chgData name="likhitha doddoji" userId="2c72f39b067c1e74" providerId="LiveId" clId="{4B696ADB-7CEF-495E-A938-231308810E7A}" dt="2026-05-18T04:30:38.023" v="94" actId="1076"/>
          <ac:picMkLst>
            <pc:docMk/>
            <pc:sldMk cId="3918480916" sldId="330"/>
            <ac:picMk id="9" creationId="{995F1A5E-308F-1ADA-4288-294384370F21}"/>
          </ac:picMkLst>
        </pc:picChg>
        <pc:picChg chg="add mod">
          <ac:chgData name="likhitha doddoji" userId="2c72f39b067c1e74" providerId="LiveId" clId="{4B696ADB-7CEF-495E-A938-231308810E7A}" dt="2026-05-18T04:30:35.551" v="93" actId="1076"/>
          <ac:picMkLst>
            <pc:docMk/>
            <pc:sldMk cId="3918480916" sldId="330"/>
            <ac:picMk id="11" creationId="{8A4C876F-1985-8FBD-A21E-A58B79084C2C}"/>
          </ac:picMkLst>
        </pc:picChg>
      </pc:sldChg>
      <pc:sldChg chg="addSp delSp modSp mod">
        <pc:chgData name="likhitha doddoji" userId="2c72f39b067c1e74" providerId="LiveId" clId="{4B696ADB-7CEF-495E-A938-231308810E7A}" dt="2026-05-18T05:38:14.295" v="96" actId="1076"/>
        <pc:sldMkLst>
          <pc:docMk/>
          <pc:sldMk cId="2209939658" sldId="331"/>
        </pc:sldMkLst>
        <pc:picChg chg="add del mod">
          <ac:chgData name="likhitha doddoji" userId="2c72f39b067c1e74" providerId="LiveId" clId="{4B696ADB-7CEF-495E-A938-231308810E7A}" dt="2026-05-18T04:15:05.028" v="66" actId="478"/>
          <ac:picMkLst>
            <pc:docMk/>
            <pc:sldMk cId="2209939658" sldId="331"/>
            <ac:picMk id="5" creationId="{9E1D97A9-B5D7-39B9-B13F-AC226EDEDB34}"/>
          </ac:picMkLst>
        </pc:picChg>
        <pc:picChg chg="add del mod">
          <ac:chgData name="likhitha doddoji" userId="2c72f39b067c1e74" providerId="LiveId" clId="{4B696ADB-7CEF-495E-A938-231308810E7A}" dt="2026-05-18T04:20:43.981" v="77" actId="478"/>
          <ac:picMkLst>
            <pc:docMk/>
            <pc:sldMk cId="2209939658" sldId="331"/>
            <ac:picMk id="7" creationId="{692643A1-7088-2B7E-B21C-92320CD2A148}"/>
          </ac:picMkLst>
        </pc:picChg>
        <pc:picChg chg="add mod">
          <ac:chgData name="likhitha doddoji" userId="2c72f39b067c1e74" providerId="LiveId" clId="{4B696ADB-7CEF-495E-A938-231308810E7A}" dt="2026-05-18T05:38:14.295" v="96" actId="1076"/>
          <ac:picMkLst>
            <pc:docMk/>
            <pc:sldMk cId="2209939658" sldId="331"/>
            <ac:picMk id="9" creationId="{55B35445-C35C-C4E2-E54C-ADA2DB892005}"/>
          </ac:picMkLst>
        </pc:picChg>
      </pc:sldChg>
      <pc:sldChg chg="addSp delSp modSp mod">
        <pc:chgData name="likhitha doddoji" userId="2c72f39b067c1e74" providerId="LiveId" clId="{4B696ADB-7CEF-495E-A938-231308810E7A}" dt="2026-05-18T04:12:51.087" v="57" actId="14100"/>
        <pc:sldMkLst>
          <pc:docMk/>
          <pc:sldMk cId="3294538945" sldId="332"/>
        </pc:sldMkLst>
        <pc:spChg chg="mod">
          <ac:chgData name="likhitha doddoji" userId="2c72f39b067c1e74" providerId="LiveId" clId="{4B696ADB-7CEF-495E-A938-231308810E7A}" dt="2026-05-18T04:12:40.964" v="55" actId="1076"/>
          <ac:spMkLst>
            <pc:docMk/>
            <pc:sldMk cId="3294538945" sldId="332"/>
            <ac:spMk id="2" creationId="{8417848C-18B4-A34C-B28B-9107E21278CE}"/>
          </ac:spMkLst>
        </pc:spChg>
        <pc:spChg chg="del">
          <ac:chgData name="likhitha doddoji" userId="2c72f39b067c1e74" providerId="LiveId" clId="{4B696ADB-7CEF-495E-A938-231308810E7A}" dt="2026-05-18T04:12:09.010" v="43" actId="478"/>
          <ac:spMkLst>
            <pc:docMk/>
            <pc:sldMk cId="3294538945" sldId="332"/>
            <ac:spMk id="3" creationId="{4AFDDD49-F4B5-D920-B415-2F9B7B525094}"/>
          </ac:spMkLst>
        </pc:spChg>
        <pc:picChg chg="add mod">
          <ac:chgData name="likhitha doddoji" userId="2c72f39b067c1e74" providerId="LiveId" clId="{4B696ADB-7CEF-495E-A938-231308810E7A}" dt="2026-05-18T04:12:51.087" v="57" actId="14100"/>
          <ac:picMkLst>
            <pc:docMk/>
            <pc:sldMk cId="3294538945" sldId="332"/>
            <ac:picMk id="6" creationId="{44320E03-6E52-A675-9D77-F557506D3EEC}"/>
          </ac:picMkLst>
        </pc:picChg>
      </pc:sldChg>
      <pc:sldChg chg="addSp delSp modSp mod">
        <pc:chgData name="likhitha doddoji" userId="2c72f39b067c1e74" providerId="LiveId" clId="{4B696ADB-7CEF-495E-A938-231308810E7A}" dt="2026-05-18T03:50:47.491" v="19" actId="1076"/>
        <pc:sldMkLst>
          <pc:docMk/>
          <pc:sldMk cId="3944872983" sldId="333"/>
        </pc:sldMkLst>
        <pc:picChg chg="del">
          <ac:chgData name="likhitha doddoji" userId="2c72f39b067c1e74" providerId="LiveId" clId="{4B696ADB-7CEF-495E-A938-231308810E7A}" dt="2026-05-18T03:50:23.506" v="9" actId="478"/>
          <ac:picMkLst>
            <pc:docMk/>
            <pc:sldMk cId="3944872983" sldId="333"/>
            <ac:picMk id="10" creationId="{312DA971-197D-80BD-6F38-C230885464A9}"/>
          </ac:picMkLst>
        </pc:picChg>
        <pc:picChg chg="add mod">
          <ac:chgData name="likhitha doddoji" userId="2c72f39b067c1e74" providerId="LiveId" clId="{4B696ADB-7CEF-495E-A938-231308810E7A}" dt="2026-05-18T03:50:47.491" v="19" actId="1076"/>
          <ac:picMkLst>
            <pc:docMk/>
            <pc:sldMk cId="3944872983" sldId="333"/>
            <ac:picMk id="12" creationId="{76614474-3DD8-9956-B9E1-4F819A532754}"/>
          </ac:picMkLst>
        </pc:picChg>
      </pc:sldChg>
      <pc:sldChg chg="addSp delSp modSp new mod">
        <pc:chgData name="likhitha doddoji" userId="2c72f39b067c1e74" providerId="LiveId" clId="{4B696ADB-7CEF-495E-A938-231308810E7A}" dt="2026-05-18T07:15:56.022" v="120" actId="1076"/>
        <pc:sldMkLst>
          <pc:docMk/>
          <pc:sldMk cId="1806552002" sldId="334"/>
        </pc:sldMkLst>
        <pc:spChg chg="del">
          <ac:chgData name="likhitha doddoji" userId="2c72f39b067c1e74" providerId="LiveId" clId="{4B696ADB-7CEF-495E-A938-231308810E7A}" dt="2026-05-18T07:15:46.062" v="116" actId="478"/>
          <ac:spMkLst>
            <pc:docMk/>
            <pc:sldMk cId="1806552002" sldId="334"/>
            <ac:spMk id="2" creationId="{8A56EAD1-DF80-801B-818F-AA98132B3BDA}"/>
          </ac:spMkLst>
        </pc:spChg>
        <pc:spChg chg="del">
          <ac:chgData name="likhitha doddoji" userId="2c72f39b067c1e74" providerId="LiveId" clId="{4B696ADB-7CEF-495E-A938-231308810E7A}" dt="2026-05-18T07:15:47.962" v="117" actId="478"/>
          <ac:spMkLst>
            <pc:docMk/>
            <pc:sldMk cId="1806552002" sldId="334"/>
            <ac:spMk id="3" creationId="{D8F7214A-A401-9ABD-E892-DCCEFCDF7246}"/>
          </ac:spMkLst>
        </pc:spChg>
        <pc:spChg chg="mod">
          <ac:chgData name="likhitha doddoji" userId="2c72f39b067c1e74" providerId="LiveId" clId="{4B696ADB-7CEF-495E-A938-231308810E7A}" dt="2026-05-18T07:15:42.219" v="115" actId="14100"/>
          <ac:spMkLst>
            <pc:docMk/>
            <pc:sldMk cId="1806552002" sldId="334"/>
            <ac:spMk id="4" creationId="{6E90B802-5FFE-0A0F-2C24-C89EC781C6CA}"/>
          </ac:spMkLst>
        </pc:spChg>
        <pc:picChg chg="add mod">
          <ac:chgData name="likhitha doddoji" userId="2c72f39b067c1e74" providerId="LiveId" clId="{4B696ADB-7CEF-495E-A938-231308810E7A}" dt="2026-05-18T07:15:56.022" v="120" actId="1076"/>
          <ac:picMkLst>
            <pc:docMk/>
            <pc:sldMk cId="1806552002" sldId="334"/>
            <ac:picMk id="6" creationId="{140B0298-00A6-DD5E-3E0D-47AE67FFFFD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5/26/2026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7017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1AD702D-965C-40E9-8D23-D82E2CFA9E61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5/26/2026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A05B6A-9124-4DBB-843A-84818A8F79FC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xfrm>
            <a:off x="0" y="0"/>
            <a:ext cx="12192000" cy="6858000"/>
          </a:xfrm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MAVERICK</a:t>
            </a:r>
            <a:br>
              <a:rPr lang="en-US" dirty="0"/>
            </a:br>
            <a:r>
              <a:rPr lang="en-US" dirty="0"/>
              <a:t>BANK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FAF4E3-C8A2-4861-A67E-040D885F84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Presented By</a:t>
            </a:r>
          </a:p>
          <a:p>
            <a:r>
              <a:rPr lang="en-US" dirty="0"/>
              <a:t>Doddoji Likhitha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559407"/>
            <a:ext cx="4275138" cy="83099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1518222"/>
            <a:ext cx="4275138" cy="3560763"/>
          </a:xfrm>
        </p:spPr>
        <p:txBody>
          <a:bodyPr/>
          <a:lstStyle/>
          <a:p>
            <a:r>
              <a:rPr lang="en-US" dirty="0"/>
              <a:t>Mission &amp; Vision</a:t>
            </a:r>
          </a:p>
          <a:p>
            <a:r>
              <a:rPr lang="en-US" dirty="0"/>
              <a:t>Project Structure</a:t>
            </a:r>
          </a:p>
          <a:p>
            <a:r>
              <a:rPr lang="en-US" dirty="0"/>
              <a:t>Implementation Plan</a:t>
            </a:r>
          </a:p>
          <a:p>
            <a:r>
              <a:rPr lang="en-US" dirty="0"/>
              <a:t>SQL Server Database Design</a:t>
            </a:r>
          </a:p>
          <a:p>
            <a:r>
              <a:rPr lang="en-US" dirty="0"/>
              <a:t>Coding Part Implemented Features</a:t>
            </a:r>
          </a:p>
          <a:p>
            <a:r>
              <a:rPr lang="en-US" dirty="0"/>
              <a:t>Testing Part</a:t>
            </a:r>
          </a:p>
          <a:p>
            <a:r>
              <a:rPr lang="en-US" dirty="0"/>
              <a:t>Reports</a:t>
            </a:r>
          </a:p>
          <a:p>
            <a:r>
              <a:rPr lang="en-US" dirty="0"/>
              <a:t>SonarQube Report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707BA6F-4B58-8610-9F4B-AEB8BBEE893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/>
          </a:blip>
          <a:srcRect l="-255" t="2519" r="10921" b="2519"/>
          <a:stretch>
            <a:fillRect/>
          </a:stretch>
        </p:blipFill>
        <p:spPr>
          <a:xfrm>
            <a:off x="6048000" y="432000"/>
            <a:ext cx="4824000" cy="5298917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  <a:noFill/>
          <a:effectLst>
            <a:softEdge rad="177800"/>
          </a:effectLst>
        </p:spPr>
      </p:pic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EF53E3-F88C-4203-A489-8C9D57513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740743"/>
            <a:ext cx="5900821" cy="1023587"/>
          </a:xfrm>
        </p:spPr>
        <p:txBody>
          <a:bodyPr/>
          <a:lstStyle/>
          <a:p>
            <a:r>
              <a:rPr lang="en-IN" cap="all" dirty="0"/>
              <a:t>Mission &amp; Vision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F03AADD-A4FE-4CE8-944C-3F9C9777F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/>
              <a:t>Maverick Bank</a:t>
            </a:r>
            <a:r>
              <a:rPr lang="en-US" dirty="0"/>
              <a:t> is a robust, secure, and scalable banking platform designed to provide seamless financial services to Customers, Employees, and Administrators.</a:t>
            </a:r>
          </a:p>
          <a:p>
            <a:r>
              <a:rPr lang="en-US" dirty="0"/>
              <a:t>Built with high-performance technologies, it handles everything from account management and loan disbursement to real-time financial reporting.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Digital Banking Interface">
            <a:extLst>
              <a:ext uri="{FF2B5EF4-FFF2-40B4-BE49-F238E27FC236}">
                <a16:creationId xmlns:a16="http://schemas.microsoft.com/office/drawing/2014/main" id="{E187FE86-798E-5EE5-43C1-5AF544490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636209"/>
            <a:ext cx="3810000" cy="356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DEEC51-3695-9E64-ADBA-18D14D607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5692274" cy="1239487"/>
          </a:xfrm>
        </p:spPr>
        <p:txBody>
          <a:bodyPr/>
          <a:lstStyle/>
          <a:p>
            <a:r>
              <a:rPr lang="en-IN" dirty="0"/>
              <a:t>Project Structure</a:t>
            </a:r>
            <a:br>
              <a:rPr lang="en-IN" cap="all" dirty="0"/>
            </a:b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5E11F8-F638-99AF-8FA7-8BF7BE682DBE}"/>
              </a:ext>
            </a:extLst>
          </p:cNvPr>
          <p:cNvSpPr txBox="1"/>
          <p:nvPr/>
        </p:nvSpPr>
        <p:spPr>
          <a:xfrm>
            <a:off x="660399" y="2175263"/>
            <a:ext cx="714641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/>
              <a:t>Frontend</a:t>
            </a:r>
            <a:r>
              <a:rPr lang="en-IN" sz="2000" dirty="0"/>
              <a:t>: React + TypeScript + Bootstrap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/>
              <a:t>Backend</a:t>
            </a:r>
            <a:r>
              <a:rPr lang="en-IN" sz="2000" dirty="0"/>
              <a:t>: ASP.NET Core Web API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/>
              <a:t>Database</a:t>
            </a:r>
            <a:r>
              <a:rPr lang="en-IN" sz="2000" dirty="0"/>
              <a:t>: SQL Server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/>
              <a:t>Backend Architecture</a:t>
            </a:r>
            <a:r>
              <a:rPr lang="en-IN" sz="2000" dirty="0"/>
              <a:t>: Layered Architecture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/>
              <a:t>Frontend Architecture</a:t>
            </a:r>
            <a:r>
              <a:rPr lang="en-IN" sz="2000" dirty="0"/>
              <a:t>: Modular Architecture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/>
              <a:t>Authentication</a:t>
            </a:r>
            <a:r>
              <a:rPr lang="en-IN" sz="2000" dirty="0"/>
              <a:t>: JWT Based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/>
              <a:t>ORM</a:t>
            </a:r>
            <a:r>
              <a:rPr lang="en-IN" sz="2000" dirty="0"/>
              <a:t>: Entity Framework Core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/>
              <a:t>Validation</a:t>
            </a:r>
            <a:r>
              <a:rPr lang="en-IN" sz="2000" dirty="0"/>
              <a:t>: Fluent Validation, Form Validation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/>
              <a:t>Testing</a:t>
            </a:r>
            <a:r>
              <a:rPr lang="en-IN" sz="2000" dirty="0"/>
              <a:t>: Unit Testing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43D939-5323-C731-B51A-4D566DEAD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327" y="2044700"/>
            <a:ext cx="5828890" cy="325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517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6BDB67-B686-4CB6-D09E-810AECFB7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847305" cy="1087755"/>
          </a:xfrm>
        </p:spPr>
        <p:txBody>
          <a:bodyPr/>
          <a:lstStyle/>
          <a:p>
            <a:r>
              <a:rPr lang="en-IN" dirty="0"/>
              <a:t>Implementation Plan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358A8E-E791-6C5F-4EBC-E9193CAE8983}"/>
              </a:ext>
            </a:extLst>
          </p:cNvPr>
          <p:cNvSpPr txBox="1"/>
          <p:nvPr/>
        </p:nvSpPr>
        <p:spPr>
          <a:xfrm>
            <a:off x="660399" y="2090172"/>
            <a:ext cx="848360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000" dirty="0"/>
              <a:t>Requirement Analysis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000" dirty="0"/>
              <a:t>Database Design (ER Diagram)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000" dirty="0"/>
              <a:t>Backend API Development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000" dirty="0"/>
              <a:t>Frontend UI Development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000" dirty="0"/>
              <a:t>Authentication &amp; Role Management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000" dirty="0"/>
              <a:t>Testing &amp; Bug Fixing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000" dirty="0"/>
              <a:t>Final Deployment Preparation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9CD256-8E75-4D34-C794-49F6454B8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0193" y="2090172"/>
            <a:ext cx="6021408" cy="328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04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ED2E81-1CC9-465D-3F5F-EE3AAB56D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" y="2253247"/>
            <a:ext cx="4275138" cy="3560763"/>
          </a:xfrm>
        </p:spPr>
        <p:txBody>
          <a:bodyPr/>
          <a:lstStyle/>
          <a:p>
            <a:r>
              <a:rPr lang="en-US" dirty="0"/>
              <a:t> Users</a:t>
            </a:r>
          </a:p>
          <a:p>
            <a:r>
              <a:rPr lang="en-US" dirty="0"/>
              <a:t> Accounts</a:t>
            </a:r>
          </a:p>
          <a:p>
            <a:r>
              <a:rPr lang="en-US" dirty="0"/>
              <a:t> Transactions</a:t>
            </a:r>
          </a:p>
          <a:p>
            <a:r>
              <a:rPr lang="en-US" dirty="0"/>
              <a:t> Beneficiaries</a:t>
            </a:r>
          </a:p>
          <a:p>
            <a:r>
              <a:rPr lang="en-US" dirty="0"/>
              <a:t> Loans</a:t>
            </a:r>
          </a:p>
          <a:p>
            <a:r>
              <a:rPr lang="en-US" dirty="0"/>
              <a:t> Loan Products</a:t>
            </a:r>
          </a:p>
          <a:p>
            <a:r>
              <a:rPr lang="en-US" dirty="0"/>
              <a:t> Audit Logs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B1C87A-7257-6D18-640D-985A4DE14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612173"/>
            <a:ext cx="8018380" cy="702745"/>
          </a:xfrm>
        </p:spPr>
        <p:txBody>
          <a:bodyPr/>
          <a:lstStyle/>
          <a:p>
            <a:r>
              <a:rPr lang="en-IN" dirty="0"/>
              <a:t>SQL Server Database Design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55BAF5-A642-114B-C8F5-D6CC1C370317}"/>
              </a:ext>
            </a:extLst>
          </p:cNvPr>
          <p:cNvSpPr txBox="1"/>
          <p:nvPr/>
        </p:nvSpPr>
        <p:spPr>
          <a:xfrm>
            <a:off x="757084" y="1752289"/>
            <a:ext cx="2722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Database Tables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614474-3DD8-9956-B9E1-4F819A532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143" y="1442946"/>
            <a:ext cx="7461588" cy="480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872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240062-A42D-0F10-E046-57D6475D90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" y="1859280"/>
            <a:ext cx="4275138" cy="3560763"/>
          </a:xfrm>
        </p:spPr>
        <p:txBody>
          <a:bodyPr/>
          <a:lstStyle/>
          <a:p>
            <a:r>
              <a:rPr lang="en-US" dirty="0"/>
              <a:t>User Registration &amp; Login</a:t>
            </a:r>
          </a:p>
          <a:p>
            <a:r>
              <a:rPr lang="en-US" dirty="0"/>
              <a:t> Customer Dashboard</a:t>
            </a:r>
          </a:p>
          <a:p>
            <a:r>
              <a:rPr lang="en-US" dirty="0"/>
              <a:t> Account Management</a:t>
            </a:r>
          </a:p>
          <a:p>
            <a:r>
              <a:rPr lang="en-US" dirty="0"/>
              <a:t> Deposit, Withdraw, Transfer</a:t>
            </a:r>
          </a:p>
          <a:p>
            <a:r>
              <a:rPr lang="en-US" dirty="0"/>
              <a:t> Beneficiaries</a:t>
            </a:r>
          </a:p>
          <a:p>
            <a:r>
              <a:rPr lang="en-US" dirty="0"/>
              <a:t> Loan Application &amp; Approval</a:t>
            </a:r>
          </a:p>
          <a:p>
            <a:r>
              <a:rPr lang="en-US" dirty="0"/>
              <a:t> Employee Management</a:t>
            </a:r>
          </a:p>
          <a:p>
            <a:r>
              <a:rPr lang="en-US" dirty="0"/>
              <a:t> Admin Dashboard</a:t>
            </a:r>
          </a:p>
          <a:p>
            <a:r>
              <a:rPr lang="en-US" dirty="0"/>
              <a:t> Reports &amp; Analytics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E16980-583A-1F1C-6935-0B497EE37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678783"/>
            <a:ext cx="9834881" cy="1180497"/>
          </a:xfrm>
        </p:spPr>
        <p:txBody>
          <a:bodyPr/>
          <a:lstStyle/>
          <a:p>
            <a:r>
              <a:rPr lang="en-IN" dirty="0"/>
              <a:t>Coding Part Implemented Features</a:t>
            </a:r>
            <a:br>
              <a:rPr lang="en-IN" dirty="0"/>
            </a:b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5F1A5E-308F-1ADA-4288-294384370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054" y="4605223"/>
            <a:ext cx="2734567" cy="16296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4C876F-1985-8FBD-A21E-A58B79084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487" y="2095888"/>
            <a:ext cx="4730772" cy="243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480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CD9D38-7CB8-84EA-74E8-B9A7775795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Unit Testing</a:t>
            </a:r>
          </a:p>
          <a:p>
            <a:r>
              <a:rPr lang="en-IN" dirty="0"/>
              <a:t> Login Validation</a:t>
            </a:r>
          </a:p>
          <a:p>
            <a:r>
              <a:rPr lang="en-IN" dirty="0"/>
              <a:t> Deposit &amp; Withdrawal Validation</a:t>
            </a:r>
          </a:p>
          <a:p>
            <a:r>
              <a:rPr lang="en-IN" dirty="0"/>
              <a:t> Loan Approval Validation</a:t>
            </a:r>
          </a:p>
          <a:p>
            <a:r>
              <a:rPr lang="en-IN" dirty="0"/>
              <a:t> Account Closure Validation</a:t>
            </a:r>
          </a:p>
          <a:p>
            <a:r>
              <a:rPr lang="en-IN" dirty="0"/>
              <a:t> Role-Based Access Testing</a:t>
            </a:r>
          </a:p>
          <a:p>
            <a:r>
              <a:rPr lang="en-IN" dirty="0"/>
              <a:t> Error Handling &amp; Form Validation</a:t>
            </a:r>
          </a:p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1DCFABA-904B-2DE7-6DD9-0603335C5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Testing Part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B35445-C35C-C4E2-E54C-ADA2DB892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852" y="2359629"/>
            <a:ext cx="5448772" cy="25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39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17848C-18B4-A34C-B28B-9107E21278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192594"/>
            <a:ext cx="4275138" cy="3560763"/>
          </a:xfrm>
        </p:spPr>
        <p:txBody>
          <a:bodyPr/>
          <a:lstStyle/>
          <a:p>
            <a:r>
              <a:rPr lang="en-IN" dirty="0"/>
              <a:t>Account Statement Generation</a:t>
            </a:r>
            <a:endParaRPr lang="en-US" dirty="0"/>
          </a:p>
          <a:p>
            <a:r>
              <a:rPr lang="en-IN" dirty="0"/>
              <a:t>Transaction History Reports</a:t>
            </a:r>
          </a:p>
          <a:p>
            <a:r>
              <a:rPr lang="en-US" dirty="0"/>
              <a:t> </a:t>
            </a:r>
            <a:r>
              <a:rPr lang="en-IN" dirty="0"/>
              <a:t>User Statistics Dashboard</a:t>
            </a:r>
          </a:p>
          <a:p>
            <a:r>
              <a:rPr lang="en-US" dirty="0"/>
              <a:t> </a:t>
            </a:r>
            <a:r>
              <a:rPr lang="en-IN" dirty="0"/>
              <a:t>Loan Status Monitoring</a:t>
            </a:r>
          </a:p>
          <a:p>
            <a:r>
              <a:rPr lang="en-US" dirty="0"/>
              <a:t> </a:t>
            </a:r>
            <a:r>
              <a:rPr lang="en-IN" dirty="0"/>
              <a:t>Banking Overview Analytics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5A3C99-EF76-D5FB-EAE2-C61041478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Reports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320E03-6E52-A675-9D77-F557506D3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361" y="2192594"/>
            <a:ext cx="7502013" cy="286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38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90B802-5FFE-0A0F-2C24-C89EC781C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5435600" cy="1023587"/>
          </a:xfrm>
        </p:spPr>
        <p:txBody>
          <a:bodyPr/>
          <a:lstStyle/>
          <a:p>
            <a:r>
              <a:rPr lang="en-IN" dirty="0"/>
              <a:t>SonarQube Report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0B0298-00A6-DD5E-3E0D-47AE67FFF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464" y="1685635"/>
            <a:ext cx="10019071" cy="45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52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A4448-4930-46E0-AD53-50021D9DC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9509" y="2761832"/>
            <a:ext cx="4275138" cy="830997"/>
          </a:xfrm>
        </p:spPr>
        <p:txBody>
          <a:bodyPr/>
          <a:lstStyle/>
          <a:p>
            <a:r>
              <a:rPr lang="en-US" dirty="0"/>
              <a:t>THANK YOU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534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3_LW_v2" id="{C590A786-F65F-42F6-9E48-12C78E3C86B3}" vid="{FEE92C9D-6350-4ECD-87A4-004D12BB2B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presentation</Template>
  <TotalTime>176</TotalTime>
  <Words>273</Words>
  <Application>Microsoft Office PowerPoint</Application>
  <PresentationFormat>Widescreen</PresentationFormat>
  <Paragraphs>72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MAVERICK BANK</vt:lpstr>
      <vt:lpstr>Agenda</vt:lpstr>
      <vt:lpstr>Mission &amp; Vision</vt:lpstr>
      <vt:lpstr>Project Structure </vt:lpstr>
      <vt:lpstr>Implementation Plan</vt:lpstr>
      <vt:lpstr>SQL Server Database Design </vt:lpstr>
      <vt:lpstr>Coding Part Implemented Features </vt:lpstr>
      <vt:lpstr>Testing Part</vt:lpstr>
      <vt:lpstr>Reports</vt:lpstr>
      <vt:lpstr>SonarQube Report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likhitha doddoji</dc:creator>
  <cp:lastModifiedBy>likhitha doddoji</cp:lastModifiedBy>
  <cp:revision>2</cp:revision>
  <dcterms:created xsi:type="dcterms:W3CDTF">2026-05-18T02:42:15Z</dcterms:created>
  <dcterms:modified xsi:type="dcterms:W3CDTF">2026-05-26T07:16:47Z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