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24" r:id="rId5"/>
    <p:sldId id="302" r:id="rId6"/>
    <p:sldId id="315" r:id="rId7"/>
    <p:sldId id="328" r:id="rId8"/>
    <p:sldId id="329" r:id="rId9"/>
    <p:sldId id="333" r:id="rId10"/>
    <p:sldId id="330" r:id="rId11"/>
    <p:sldId id="331" r:id="rId12"/>
    <p:sldId id="332" r:id="rId13"/>
    <p:sldId id="334" r:id="rId14"/>
    <p:sldId id="31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81B9F1-095C-49D7-BB44-48451269793A}" v="12" dt="2026-05-18T04:14:19.140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khitha doddoji" userId="2c72f39b067c1e74" providerId="LiveId" clId="{4B696ADB-7CEF-495E-A938-231308810E7A}"/>
    <pc:docChg chg="custSel addSld modSld">
      <pc:chgData name="likhitha doddoji" userId="2c72f39b067c1e74" providerId="LiveId" clId="{4B696ADB-7CEF-495E-A938-231308810E7A}" dt="2026-05-18T11:01:44.206" v="141" actId="1076"/>
      <pc:docMkLst>
        <pc:docMk/>
      </pc:docMkLst>
      <pc:sldChg chg="modSp mod">
        <pc:chgData name="likhitha doddoji" userId="2c72f39b067c1e74" providerId="LiveId" clId="{4B696ADB-7CEF-495E-A938-231308810E7A}" dt="2026-05-18T11:01:44.206" v="141" actId="1076"/>
        <pc:sldMkLst>
          <pc:docMk/>
          <pc:sldMk cId="1341901065" sldId="302"/>
        </pc:sldMkLst>
        <pc:spChg chg="mod">
          <ac:chgData name="likhitha doddoji" userId="2c72f39b067c1e74" providerId="LiveId" clId="{4B696ADB-7CEF-495E-A938-231308810E7A}" dt="2026-05-18T11:01:44.206" v="141" actId="1076"/>
          <ac:spMkLst>
            <pc:docMk/>
            <pc:sldMk cId="1341901065" sldId="302"/>
            <ac:spMk id="7" creationId="{B21C28F5-3CA3-4B78-B5C9-550C00BB3174}"/>
          </ac:spMkLst>
        </pc:spChg>
        <pc:spChg chg="mod">
          <ac:chgData name="likhitha doddoji" userId="2c72f39b067c1e74" providerId="LiveId" clId="{4B696ADB-7CEF-495E-A938-231308810E7A}" dt="2026-05-18T11:01:40.836" v="140" actId="1076"/>
          <ac:spMkLst>
            <pc:docMk/>
            <pc:sldMk cId="1341901065" sldId="302"/>
            <ac:spMk id="9" creationId="{FEF304F5-32C5-4869-B185-859B567855A8}"/>
          </ac:spMkLst>
        </pc:spChg>
      </pc:sldChg>
      <pc:sldChg chg="modSp mod">
        <pc:chgData name="likhitha doddoji" userId="2c72f39b067c1e74" providerId="LiveId" clId="{4B696ADB-7CEF-495E-A938-231308810E7A}" dt="2026-05-18T05:39:26.229" v="97" actId="20577"/>
        <pc:sldMkLst>
          <pc:docMk/>
          <pc:sldMk cId="3665993043" sldId="324"/>
        </pc:sldMkLst>
        <pc:spChg chg="mod">
          <ac:chgData name="likhitha doddoji" userId="2c72f39b067c1e74" providerId="LiveId" clId="{4B696ADB-7CEF-495E-A938-231308810E7A}" dt="2026-05-18T05:39:26.229" v="97" actId="20577"/>
          <ac:spMkLst>
            <pc:docMk/>
            <pc:sldMk cId="3665993043" sldId="324"/>
            <ac:spMk id="8" creationId="{9FFAF4E3-C8A2-4861-A67E-040D885F84F1}"/>
          </ac:spMkLst>
        </pc:spChg>
      </pc:sldChg>
      <pc:sldChg chg="addSp modSp mod">
        <pc:chgData name="likhitha doddoji" userId="2c72f39b067c1e74" providerId="LiveId" clId="{4B696ADB-7CEF-495E-A938-231308810E7A}" dt="2026-05-18T04:00:58.186" v="32" actId="1076"/>
        <pc:sldMkLst>
          <pc:docMk/>
          <pc:sldMk cId="3111517332" sldId="328"/>
        </pc:sldMkLst>
        <pc:spChg chg="mod">
          <ac:chgData name="likhitha doddoji" userId="2c72f39b067c1e74" providerId="LiveId" clId="{4B696ADB-7CEF-495E-A938-231308810E7A}" dt="2026-05-18T04:00:32.896" v="23" actId="255"/>
          <ac:spMkLst>
            <pc:docMk/>
            <pc:sldMk cId="3111517332" sldId="328"/>
            <ac:spMk id="8" creationId="{B05E11F8-F638-99AF-8FA7-8BF7BE682DBE}"/>
          </ac:spMkLst>
        </pc:spChg>
        <pc:spChg chg="add">
          <ac:chgData name="likhitha doddoji" userId="2c72f39b067c1e74" providerId="LiveId" clId="{4B696ADB-7CEF-495E-A938-231308810E7A}" dt="2026-05-18T04:00:06.436" v="20"/>
          <ac:spMkLst>
            <pc:docMk/>
            <pc:sldMk cId="3111517332" sldId="328"/>
            <ac:spMk id="9" creationId="{F9174BD0-ED53-D9C8-31D8-EDF3890A6EFB}"/>
          </ac:spMkLst>
        </pc:spChg>
        <pc:picChg chg="add mod">
          <ac:chgData name="likhitha doddoji" userId="2c72f39b067c1e74" providerId="LiveId" clId="{4B696ADB-7CEF-495E-A938-231308810E7A}" dt="2026-05-18T04:00:58.186" v="32" actId="1076"/>
          <ac:picMkLst>
            <pc:docMk/>
            <pc:sldMk cId="3111517332" sldId="328"/>
            <ac:picMk id="11" creationId="{8D43D939-5323-C731-B51A-4D566DEAD578}"/>
          </ac:picMkLst>
        </pc:picChg>
      </pc:sldChg>
      <pc:sldChg chg="addSp delSp modSp mod">
        <pc:chgData name="likhitha doddoji" userId="2c72f39b067c1e74" providerId="LiveId" clId="{4B696ADB-7CEF-495E-A938-231308810E7A}" dt="2026-05-18T03:48:55.562" v="8" actId="1076"/>
        <pc:sldMkLst>
          <pc:docMk/>
          <pc:sldMk cId="1431104489" sldId="329"/>
        </pc:sldMkLst>
        <pc:spChg chg="mod">
          <ac:chgData name="likhitha doddoji" userId="2c72f39b067c1e74" providerId="LiveId" clId="{4B696ADB-7CEF-495E-A938-231308810E7A}" dt="2026-05-18T03:48:48.564" v="6" actId="255"/>
          <ac:spMkLst>
            <pc:docMk/>
            <pc:sldMk cId="1431104489" sldId="329"/>
            <ac:spMk id="6" creationId="{13358A8E-E791-6C5F-4EBC-E9193CAE8983}"/>
          </ac:spMkLst>
        </pc:spChg>
        <pc:spChg chg="add del mod">
          <ac:chgData name="likhitha doddoji" userId="2c72f39b067c1e74" providerId="LiveId" clId="{4B696ADB-7CEF-495E-A938-231308810E7A}" dt="2026-05-18T03:48:09.413" v="2" actId="478"/>
          <ac:spMkLst>
            <pc:docMk/>
            <pc:sldMk cId="1431104489" sldId="329"/>
            <ac:spMk id="7" creationId="{B05EA9AB-CC70-7A5C-0289-4EFCDE361390}"/>
          </ac:spMkLst>
        </pc:spChg>
        <pc:picChg chg="add mod">
          <ac:chgData name="likhitha doddoji" userId="2c72f39b067c1e74" providerId="LiveId" clId="{4B696ADB-7CEF-495E-A938-231308810E7A}" dt="2026-05-18T03:48:55.562" v="8" actId="1076"/>
          <ac:picMkLst>
            <pc:docMk/>
            <pc:sldMk cId="1431104489" sldId="329"/>
            <ac:picMk id="9" creationId="{9C9CD256-8E75-4D34-C794-49F6454B8C56}"/>
          </ac:picMkLst>
        </pc:picChg>
      </pc:sldChg>
      <pc:sldChg chg="addSp delSp modSp mod">
        <pc:chgData name="likhitha doddoji" userId="2c72f39b067c1e74" providerId="LiveId" clId="{4B696ADB-7CEF-495E-A938-231308810E7A}" dt="2026-05-18T04:30:38.023" v="94" actId="1076"/>
        <pc:sldMkLst>
          <pc:docMk/>
          <pc:sldMk cId="3918480916" sldId="330"/>
        </pc:sldMkLst>
        <pc:picChg chg="add del mod">
          <ac:chgData name="likhitha doddoji" userId="2c72f39b067c1e74" providerId="LiveId" clId="{4B696ADB-7CEF-495E-A938-231308810E7A}" dt="2026-05-18T04:15:01.293" v="65" actId="478"/>
          <ac:picMkLst>
            <pc:docMk/>
            <pc:sldMk cId="3918480916" sldId="330"/>
            <ac:picMk id="5" creationId="{E6415A69-A296-ED28-E4D6-2DC015C201B7}"/>
          </ac:picMkLst>
        </pc:picChg>
        <pc:picChg chg="add del mod">
          <ac:chgData name="likhitha doddoji" userId="2c72f39b067c1e74" providerId="LiveId" clId="{4B696ADB-7CEF-495E-A938-231308810E7A}" dt="2026-05-18T04:20:52.704" v="78" actId="478"/>
          <ac:picMkLst>
            <pc:docMk/>
            <pc:sldMk cId="3918480916" sldId="330"/>
            <ac:picMk id="7" creationId="{C0D86371-8013-2D3D-5FA4-D5C818107785}"/>
          </ac:picMkLst>
        </pc:picChg>
        <pc:picChg chg="add mod">
          <ac:chgData name="likhitha doddoji" userId="2c72f39b067c1e74" providerId="LiveId" clId="{4B696ADB-7CEF-495E-A938-231308810E7A}" dt="2026-05-18T04:30:38.023" v="94" actId="1076"/>
          <ac:picMkLst>
            <pc:docMk/>
            <pc:sldMk cId="3918480916" sldId="330"/>
            <ac:picMk id="9" creationId="{995F1A5E-308F-1ADA-4288-294384370F21}"/>
          </ac:picMkLst>
        </pc:picChg>
        <pc:picChg chg="add mod">
          <ac:chgData name="likhitha doddoji" userId="2c72f39b067c1e74" providerId="LiveId" clId="{4B696ADB-7CEF-495E-A938-231308810E7A}" dt="2026-05-18T04:30:35.551" v="93" actId="1076"/>
          <ac:picMkLst>
            <pc:docMk/>
            <pc:sldMk cId="3918480916" sldId="330"/>
            <ac:picMk id="11" creationId="{8A4C876F-1985-8FBD-A21E-A58B79084C2C}"/>
          </ac:picMkLst>
        </pc:picChg>
      </pc:sldChg>
      <pc:sldChg chg="addSp delSp modSp mod">
        <pc:chgData name="likhitha doddoji" userId="2c72f39b067c1e74" providerId="LiveId" clId="{4B696ADB-7CEF-495E-A938-231308810E7A}" dt="2026-05-18T05:38:14.295" v="96" actId="1076"/>
        <pc:sldMkLst>
          <pc:docMk/>
          <pc:sldMk cId="2209939658" sldId="331"/>
        </pc:sldMkLst>
        <pc:picChg chg="add del mod">
          <ac:chgData name="likhitha doddoji" userId="2c72f39b067c1e74" providerId="LiveId" clId="{4B696ADB-7CEF-495E-A938-231308810E7A}" dt="2026-05-18T04:15:05.028" v="66" actId="478"/>
          <ac:picMkLst>
            <pc:docMk/>
            <pc:sldMk cId="2209939658" sldId="331"/>
            <ac:picMk id="5" creationId="{9E1D97A9-B5D7-39B9-B13F-AC226EDEDB34}"/>
          </ac:picMkLst>
        </pc:picChg>
        <pc:picChg chg="add del mod">
          <ac:chgData name="likhitha doddoji" userId="2c72f39b067c1e74" providerId="LiveId" clId="{4B696ADB-7CEF-495E-A938-231308810E7A}" dt="2026-05-18T04:20:43.981" v="77" actId="478"/>
          <ac:picMkLst>
            <pc:docMk/>
            <pc:sldMk cId="2209939658" sldId="331"/>
            <ac:picMk id="7" creationId="{692643A1-7088-2B7E-B21C-92320CD2A148}"/>
          </ac:picMkLst>
        </pc:picChg>
        <pc:picChg chg="add mod">
          <ac:chgData name="likhitha doddoji" userId="2c72f39b067c1e74" providerId="LiveId" clId="{4B696ADB-7CEF-495E-A938-231308810E7A}" dt="2026-05-18T05:38:14.295" v="96" actId="1076"/>
          <ac:picMkLst>
            <pc:docMk/>
            <pc:sldMk cId="2209939658" sldId="331"/>
            <ac:picMk id="9" creationId="{55B35445-C35C-C4E2-E54C-ADA2DB892005}"/>
          </ac:picMkLst>
        </pc:picChg>
      </pc:sldChg>
      <pc:sldChg chg="addSp delSp modSp mod">
        <pc:chgData name="likhitha doddoji" userId="2c72f39b067c1e74" providerId="LiveId" clId="{4B696ADB-7CEF-495E-A938-231308810E7A}" dt="2026-05-18T04:12:51.087" v="57" actId="14100"/>
        <pc:sldMkLst>
          <pc:docMk/>
          <pc:sldMk cId="3294538945" sldId="332"/>
        </pc:sldMkLst>
        <pc:spChg chg="mod">
          <ac:chgData name="likhitha doddoji" userId="2c72f39b067c1e74" providerId="LiveId" clId="{4B696ADB-7CEF-495E-A938-231308810E7A}" dt="2026-05-18T04:12:40.964" v="55" actId="1076"/>
          <ac:spMkLst>
            <pc:docMk/>
            <pc:sldMk cId="3294538945" sldId="332"/>
            <ac:spMk id="2" creationId="{8417848C-18B4-A34C-B28B-9107E21278CE}"/>
          </ac:spMkLst>
        </pc:spChg>
        <pc:spChg chg="del">
          <ac:chgData name="likhitha doddoji" userId="2c72f39b067c1e74" providerId="LiveId" clId="{4B696ADB-7CEF-495E-A938-231308810E7A}" dt="2026-05-18T04:12:09.010" v="43" actId="478"/>
          <ac:spMkLst>
            <pc:docMk/>
            <pc:sldMk cId="3294538945" sldId="332"/>
            <ac:spMk id="3" creationId="{4AFDDD49-F4B5-D920-B415-2F9B7B525094}"/>
          </ac:spMkLst>
        </pc:spChg>
        <pc:picChg chg="add mod">
          <ac:chgData name="likhitha doddoji" userId="2c72f39b067c1e74" providerId="LiveId" clId="{4B696ADB-7CEF-495E-A938-231308810E7A}" dt="2026-05-18T04:12:51.087" v="57" actId="14100"/>
          <ac:picMkLst>
            <pc:docMk/>
            <pc:sldMk cId="3294538945" sldId="332"/>
            <ac:picMk id="6" creationId="{44320E03-6E52-A675-9D77-F557506D3EEC}"/>
          </ac:picMkLst>
        </pc:picChg>
      </pc:sldChg>
      <pc:sldChg chg="addSp delSp modSp mod">
        <pc:chgData name="likhitha doddoji" userId="2c72f39b067c1e74" providerId="LiveId" clId="{4B696ADB-7CEF-495E-A938-231308810E7A}" dt="2026-05-18T03:50:47.491" v="19" actId="1076"/>
        <pc:sldMkLst>
          <pc:docMk/>
          <pc:sldMk cId="3944872983" sldId="333"/>
        </pc:sldMkLst>
        <pc:picChg chg="del">
          <ac:chgData name="likhitha doddoji" userId="2c72f39b067c1e74" providerId="LiveId" clId="{4B696ADB-7CEF-495E-A938-231308810E7A}" dt="2026-05-18T03:50:23.506" v="9" actId="478"/>
          <ac:picMkLst>
            <pc:docMk/>
            <pc:sldMk cId="3944872983" sldId="333"/>
            <ac:picMk id="10" creationId="{312DA971-197D-80BD-6F38-C230885464A9}"/>
          </ac:picMkLst>
        </pc:picChg>
        <pc:picChg chg="add mod">
          <ac:chgData name="likhitha doddoji" userId="2c72f39b067c1e74" providerId="LiveId" clId="{4B696ADB-7CEF-495E-A938-231308810E7A}" dt="2026-05-18T03:50:47.491" v="19" actId="1076"/>
          <ac:picMkLst>
            <pc:docMk/>
            <pc:sldMk cId="3944872983" sldId="333"/>
            <ac:picMk id="12" creationId="{76614474-3DD8-9956-B9E1-4F819A532754}"/>
          </ac:picMkLst>
        </pc:picChg>
      </pc:sldChg>
      <pc:sldChg chg="addSp delSp modSp new mod">
        <pc:chgData name="likhitha doddoji" userId="2c72f39b067c1e74" providerId="LiveId" clId="{4B696ADB-7CEF-495E-A938-231308810E7A}" dt="2026-05-18T07:15:56.022" v="120" actId="1076"/>
        <pc:sldMkLst>
          <pc:docMk/>
          <pc:sldMk cId="1806552002" sldId="334"/>
        </pc:sldMkLst>
        <pc:spChg chg="del">
          <ac:chgData name="likhitha doddoji" userId="2c72f39b067c1e74" providerId="LiveId" clId="{4B696ADB-7CEF-495E-A938-231308810E7A}" dt="2026-05-18T07:15:46.062" v="116" actId="478"/>
          <ac:spMkLst>
            <pc:docMk/>
            <pc:sldMk cId="1806552002" sldId="334"/>
            <ac:spMk id="2" creationId="{8A56EAD1-DF80-801B-818F-AA98132B3BDA}"/>
          </ac:spMkLst>
        </pc:spChg>
        <pc:spChg chg="del">
          <ac:chgData name="likhitha doddoji" userId="2c72f39b067c1e74" providerId="LiveId" clId="{4B696ADB-7CEF-495E-A938-231308810E7A}" dt="2026-05-18T07:15:47.962" v="117" actId="478"/>
          <ac:spMkLst>
            <pc:docMk/>
            <pc:sldMk cId="1806552002" sldId="334"/>
            <ac:spMk id="3" creationId="{D8F7214A-A401-9ABD-E892-DCCEFCDF7246}"/>
          </ac:spMkLst>
        </pc:spChg>
        <pc:spChg chg="mod">
          <ac:chgData name="likhitha doddoji" userId="2c72f39b067c1e74" providerId="LiveId" clId="{4B696ADB-7CEF-495E-A938-231308810E7A}" dt="2026-05-18T07:15:42.219" v="115" actId="14100"/>
          <ac:spMkLst>
            <pc:docMk/>
            <pc:sldMk cId="1806552002" sldId="334"/>
            <ac:spMk id="4" creationId="{6E90B802-5FFE-0A0F-2C24-C89EC781C6CA}"/>
          </ac:spMkLst>
        </pc:spChg>
        <pc:picChg chg="add mod">
          <ac:chgData name="likhitha doddoji" userId="2c72f39b067c1e74" providerId="LiveId" clId="{4B696ADB-7CEF-495E-A938-231308810E7A}" dt="2026-05-18T07:15:56.022" v="120" actId="1076"/>
          <ac:picMkLst>
            <pc:docMk/>
            <pc:sldMk cId="1806552002" sldId="334"/>
            <ac:picMk id="6" creationId="{140B0298-00A6-DD5E-3E0D-47AE67FFFFD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5/18/2026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420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7017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ED61BFD1-C421-442F-ACC0-868D35B02015}"/>
              </a:ext>
            </a:extLst>
          </p:cNvPr>
          <p:cNvSpPr/>
          <p:nvPr userDrawn="1"/>
        </p:nvSpPr>
        <p:spPr>
          <a:xfrm>
            <a:off x="3166402" y="903484"/>
            <a:ext cx="5859196" cy="5051033"/>
          </a:xfrm>
          <a:prstGeom prst="hexagon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Hexagon 13">
            <a:extLst>
              <a:ext uri="{FF2B5EF4-FFF2-40B4-BE49-F238E27FC236}">
                <a16:creationId xmlns:a16="http://schemas.microsoft.com/office/drawing/2014/main" id="{89B16BC3-CBF9-4BF0-A37A-9F2BB89BED54}"/>
              </a:ext>
            </a:extLst>
          </p:cNvPr>
          <p:cNvSpPr/>
          <p:nvPr userDrawn="1"/>
        </p:nvSpPr>
        <p:spPr>
          <a:xfrm>
            <a:off x="7974278" y="5753530"/>
            <a:ext cx="651613" cy="561736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80EA9ECE-F57C-4B25-AD19-4F78933A61EC}"/>
              </a:ext>
            </a:extLst>
          </p:cNvPr>
          <p:cNvSpPr/>
          <p:nvPr userDrawn="1"/>
        </p:nvSpPr>
        <p:spPr>
          <a:xfrm>
            <a:off x="2255521" y="2751804"/>
            <a:ext cx="785546" cy="677196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DCBDF4EA-BFFB-460D-B9A8-45C097E920DA}"/>
              </a:ext>
            </a:extLst>
          </p:cNvPr>
          <p:cNvSpPr/>
          <p:nvPr userDrawn="1"/>
        </p:nvSpPr>
        <p:spPr>
          <a:xfrm>
            <a:off x="8021783" y="671564"/>
            <a:ext cx="392774" cy="33859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Hexagon 19">
            <a:extLst>
              <a:ext uri="{FF2B5EF4-FFF2-40B4-BE49-F238E27FC236}">
                <a16:creationId xmlns:a16="http://schemas.microsoft.com/office/drawing/2014/main" id="{AB15A15E-528E-4041-8E63-65C0D0398F3A}"/>
              </a:ext>
            </a:extLst>
          </p:cNvPr>
          <p:cNvSpPr/>
          <p:nvPr userDrawn="1"/>
        </p:nvSpPr>
        <p:spPr>
          <a:xfrm>
            <a:off x="2035398" y="3344350"/>
            <a:ext cx="196388" cy="169300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A7A620BD-CFAD-4100-8C9F-494D15A0A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846" y="2576760"/>
            <a:ext cx="3924935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6848" y="1899514"/>
            <a:ext cx="3924934" cy="490538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E0A61465-6ECA-46DC-97DD-7BCFDB69EB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4582" y="4459105"/>
            <a:ext cx="3222836" cy="1168530"/>
          </a:xfrm>
          <a:prstGeom prst="rect">
            <a:avLst/>
          </a:prstGeom>
        </p:spPr>
        <p:txBody>
          <a:bodyPr anchor="b"/>
          <a:lstStyle>
            <a:lvl1pPr algn="r">
              <a:buNone/>
              <a:defRPr lang="en-US" sz="16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487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75D96571-69F8-475F-A910-ECC18342506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Oval 2" descr="Tall office building looking up">
            <a:extLst>
              <a:ext uri="{FF2B5EF4-FFF2-40B4-BE49-F238E27FC236}">
                <a16:creationId xmlns:a16="http://schemas.microsoft.com/office/drawing/2014/main" id="{CD4C2457-AECB-4015-9FE4-CCBC516AA9EE}"/>
              </a:ext>
            </a:extLst>
          </p:cNvPr>
          <p:cNvSpPr/>
          <p:nvPr userDrawn="1"/>
        </p:nvSpPr>
        <p:spPr>
          <a:xfrm>
            <a:off x="3352800" y="685800"/>
            <a:ext cx="5486400" cy="5486400"/>
          </a:xfrm>
          <a:prstGeom prst="ellipse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9A018F-D11C-4B07-9830-8336B27A18AD}"/>
              </a:ext>
            </a:extLst>
          </p:cNvPr>
          <p:cNvSpPr/>
          <p:nvPr userDrawn="1"/>
        </p:nvSpPr>
        <p:spPr>
          <a:xfrm>
            <a:off x="8138160" y="5669280"/>
            <a:ext cx="502920" cy="50292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209A32-FE17-4457-B02B-0A1DB9B8ADB1}"/>
              </a:ext>
            </a:extLst>
          </p:cNvPr>
          <p:cNvSpPr/>
          <p:nvPr userDrawn="1"/>
        </p:nvSpPr>
        <p:spPr>
          <a:xfrm>
            <a:off x="2915463" y="1295169"/>
            <a:ext cx="692878" cy="69287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585A541-0EDE-4213-AE62-4D909E8EB7F5}"/>
              </a:ext>
            </a:extLst>
          </p:cNvPr>
          <p:cNvSpPr/>
          <p:nvPr userDrawn="1"/>
        </p:nvSpPr>
        <p:spPr>
          <a:xfrm>
            <a:off x="3398520" y="904895"/>
            <a:ext cx="251460" cy="25146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CBFD020D-881A-48D8-BDA8-55C7B95C5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27927" y="4609453"/>
            <a:ext cx="3924934" cy="490538"/>
          </a:xfrm>
          <a:prstGeom prst="rect">
            <a:avLst/>
          </a:prstGeom>
        </p:spPr>
        <p:txBody>
          <a:bodyPr anchor="b"/>
          <a:lstStyle>
            <a:lvl1pPr algn="ctr">
              <a:buNone/>
              <a:defRPr lang="en-US" sz="20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9687A5-0BDD-45B2-A892-542449E31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678" y="1988047"/>
            <a:ext cx="4007183" cy="2374194"/>
          </a:xfrm>
          <a:prstGeom prst="rect">
            <a:avLst/>
          </a:prstGeom>
        </p:spPr>
        <p:txBody>
          <a:bodyPr/>
          <a:lstStyle>
            <a:lvl1pPr algn="ctr">
              <a:spcBef>
                <a:spcPts val="1000"/>
              </a:spcBef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324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370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41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97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3CD802-D0A0-4EAC-8222-78FFDDD76A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2039392"/>
            <a:ext cx="10515600" cy="411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BCB8BF-DA17-4856-91E9-77C601F2B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5000"/>
            <a:ext cx="10515600" cy="700115"/>
          </a:xfrm>
          <a:prstGeom prst="rect">
            <a:avLst/>
          </a:prstGeom>
        </p:spPr>
        <p:txBody>
          <a:bodyPr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989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305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ontent Placeholder 39">
            <a:extLst>
              <a:ext uri="{FF2B5EF4-FFF2-40B4-BE49-F238E27FC236}">
                <a16:creationId xmlns:a16="http://schemas.microsoft.com/office/drawing/2014/main" id="{6BB16225-AC51-4525-A1E8-438B8B0B736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739655" y="2117897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1" name="Content Placeholder 39">
            <a:extLst>
              <a:ext uri="{FF2B5EF4-FFF2-40B4-BE49-F238E27FC236}">
                <a16:creationId xmlns:a16="http://schemas.microsoft.com/office/drawing/2014/main" id="{6EC38F38-5935-49D5-AA85-4182E82D6FF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39655" y="4724146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Content Placeholder 39">
            <a:extLst>
              <a:ext uri="{FF2B5EF4-FFF2-40B4-BE49-F238E27FC236}">
                <a16:creationId xmlns:a16="http://schemas.microsoft.com/office/drawing/2014/main" id="{51C9D5ED-A19A-42A1-9200-C77E39E6F5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739655" y="3420892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Content Placeholder 39">
            <a:extLst>
              <a:ext uri="{FF2B5EF4-FFF2-40B4-BE49-F238E27FC236}">
                <a16:creationId xmlns:a16="http://schemas.microsoft.com/office/drawing/2014/main" id="{47A95437-77F3-4E2C-8470-57587793A1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493865" y="2117897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4" name="Content Placeholder 39">
            <a:extLst>
              <a:ext uri="{FF2B5EF4-FFF2-40B4-BE49-F238E27FC236}">
                <a16:creationId xmlns:a16="http://schemas.microsoft.com/office/drawing/2014/main" id="{CB1EA2BE-D294-486E-88F0-2AA9518A6E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93865" y="4724146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5" name="Content Placeholder 39">
            <a:extLst>
              <a:ext uri="{FF2B5EF4-FFF2-40B4-BE49-F238E27FC236}">
                <a16:creationId xmlns:a16="http://schemas.microsoft.com/office/drawing/2014/main" id="{108734A0-880E-44E2-858F-7AA6C6B0A5A3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93865" y="3420892"/>
            <a:ext cx="4208386" cy="912812"/>
          </a:xfrm>
          <a:prstGeom prst="rect">
            <a:avLst/>
          </a:prstGeom>
        </p:spPr>
        <p:txBody>
          <a:bodyPr/>
          <a:lstStyle>
            <a:lvl1pPr>
              <a:buNone/>
              <a:defRPr kumimoji="0" lang="en-US" sz="1800" b="1" i="0" u="none" strike="noStrike" kern="1200" cap="none" spc="0" normalizeH="0" baseline="0" dirty="0" smtClean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+mj-lt"/>
                <a:ea typeface="+mn-ea"/>
                <a:cs typeface="Biome Light" panose="020B0303030204020804" pitchFamily="34" charset="0"/>
              </a:defRPr>
            </a:lvl1pPr>
            <a:lvl2pPr marL="0" indent="0">
              <a:buNone/>
              <a:defRPr kumimoji="0" lang="en-US" sz="1600" b="0" i="0" u="none" strike="noStrike" kern="1200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Biome Light" panose="020B03030302040208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3CED4CD-5348-488E-A883-0486DD574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10693400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06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061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1E0F77B-E8C6-4A86-B521-8368A308A9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7700" y="2057818"/>
            <a:ext cx="508000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ACFBE9-8475-4CC0-8189-87BFC4059A86}"/>
              </a:ext>
            </a:extLst>
          </p:cNvPr>
          <p:cNvSpPr/>
          <p:nvPr userDrawn="1"/>
        </p:nvSpPr>
        <p:spPr>
          <a:xfrm>
            <a:off x="10385897" y="1443145"/>
            <a:ext cx="471170" cy="47117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F8C6FC8-D350-4A01-A7E0-5AEDAC96F358}"/>
              </a:ext>
            </a:extLst>
          </p:cNvPr>
          <p:cNvSpPr/>
          <p:nvPr userDrawn="1"/>
        </p:nvSpPr>
        <p:spPr>
          <a:xfrm>
            <a:off x="8910011" y="328773"/>
            <a:ext cx="317813" cy="31781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8F1038A-897D-4C38-B499-73FC76C716FA}"/>
              </a:ext>
            </a:extLst>
          </p:cNvPr>
          <p:cNvSpPr/>
          <p:nvPr userDrawn="1"/>
        </p:nvSpPr>
        <p:spPr>
          <a:xfrm flipH="1">
            <a:off x="8634932" y="623939"/>
            <a:ext cx="170406" cy="17040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A6E2374-7B5B-4947-8461-F294B56E70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673522"/>
            <a:ext cx="506730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FB9159BE-CEED-461B-AF31-03BC124E27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51600" y="2061363"/>
            <a:ext cx="508000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5">
            <a:extLst>
              <a:ext uri="{FF2B5EF4-FFF2-40B4-BE49-F238E27FC236}">
                <a16:creationId xmlns:a16="http://schemas.microsoft.com/office/drawing/2014/main" id="{2C15BD20-69D8-4EC1-8A33-A0C6EAFD30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64300" y="2677067"/>
            <a:ext cx="506730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57B52D4-8D50-4E16-B60E-688B084764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61647" y="0"/>
            <a:ext cx="2930353" cy="1559882"/>
          </a:xfrm>
          <a:custGeom>
            <a:avLst/>
            <a:gdLst>
              <a:gd name="connsiteX0" fmla="*/ 562125 w 2930353"/>
              <a:gd name="connsiteY0" fmla="*/ 435632 h 1559882"/>
              <a:gd name="connsiteX1" fmla="*/ 1124250 w 2930353"/>
              <a:gd name="connsiteY1" fmla="*/ 997757 h 1559882"/>
              <a:gd name="connsiteX2" fmla="*/ 562125 w 2930353"/>
              <a:gd name="connsiteY2" fmla="*/ 1559882 h 1559882"/>
              <a:gd name="connsiteX3" fmla="*/ 0 w 2930353"/>
              <a:gd name="connsiteY3" fmla="*/ 997757 h 1559882"/>
              <a:gd name="connsiteX4" fmla="*/ 562125 w 2930353"/>
              <a:gd name="connsiteY4" fmla="*/ 435632 h 1559882"/>
              <a:gd name="connsiteX5" fmla="*/ 1475035 w 2930353"/>
              <a:gd name="connsiteY5" fmla="*/ 0 h 1559882"/>
              <a:gd name="connsiteX6" fmla="*/ 2930353 w 2930353"/>
              <a:gd name="connsiteY6" fmla="*/ 0 h 1559882"/>
              <a:gd name="connsiteX7" fmla="*/ 2930353 w 2930353"/>
              <a:gd name="connsiteY7" fmla="*/ 1239091 h 1559882"/>
              <a:gd name="connsiteX8" fmla="*/ 2822571 w 2930353"/>
              <a:gd name="connsiteY8" fmla="*/ 1328020 h 1559882"/>
              <a:gd name="connsiteX9" fmla="*/ 2282653 w 2930353"/>
              <a:gd name="connsiteY9" fmla="*/ 1492942 h 1559882"/>
              <a:gd name="connsiteX10" fmla="*/ 1316979 w 2930353"/>
              <a:gd name="connsiteY10" fmla="*/ 527268 h 1559882"/>
              <a:gd name="connsiteX11" fmla="*/ 1392867 w 2930353"/>
              <a:gd name="connsiteY11" fmla="*/ 151384 h 1559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30353" h="1559882">
                <a:moveTo>
                  <a:pt x="562125" y="435632"/>
                </a:moveTo>
                <a:cubicBezTo>
                  <a:pt x="872578" y="435632"/>
                  <a:pt x="1124250" y="687304"/>
                  <a:pt x="1124250" y="997757"/>
                </a:cubicBezTo>
                <a:cubicBezTo>
                  <a:pt x="1124250" y="1308210"/>
                  <a:pt x="872578" y="1559882"/>
                  <a:pt x="562125" y="1559882"/>
                </a:cubicBezTo>
                <a:cubicBezTo>
                  <a:pt x="251672" y="1559882"/>
                  <a:pt x="0" y="1308210"/>
                  <a:pt x="0" y="997757"/>
                </a:cubicBezTo>
                <a:cubicBezTo>
                  <a:pt x="0" y="687304"/>
                  <a:pt x="251672" y="435632"/>
                  <a:pt x="562125" y="435632"/>
                </a:cubicBezTo>
                <a:close/>
                <a:moveTo>
                  <a:pt x="1475035" y="0"/>
                </a:moveTo>
                <a:lnTo>
                  <a:pt x="2930353" y="0"/>
                </a:lnTo>
                <a:lnTo>
                  <a:pt x="2930353" y="1239091"/>
                </a:lnTo>
                <a:lnTo>
                  <a:pt x="2822571" y="1328020"/>
                </a:lnTo>
                <a:cubicBezTo>
                  <a:pt x="2668448" y="1432143"/>
                  <a:pt x="2482651" y="1492942"/>
                  <a:pt x="2282653" y="1492942"/>
                </a:cubicBezTo>
                <a:cubicBezTo>
                  <a:pt x="1749326" y="1492942"/>
                  <a:pt x="1316979" y="1060595"/>
                  <a:pt x="1316979" y="527268"/>
                </a:cubicBezTo>
                <a:cubicBezTo>
                  <a:pt x="1316979" y="393936"/>
                  <a:pt x="1344001" y="266916"/>
                  <a:pt x="1392867" y="15138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2F03355-C197-48C4-A4DF-B41338483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901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1E0F77B-E8C6-4A86-B521-8368A308A9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0400" y="2037656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A6E2374-7B5B-4947-8461-F294B56E70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400" y="2664637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FB9159BE-CEED-461B-AF31-03BC124E27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44180" y="2052478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5">
            <a:extLst>
              <a:ext uri="{FF2B5EF4-FFF2-40B4-BE49-F238E27FC236}">
                <a16:creationId xmlns:a16="http://schemas.microsoft.com/office/drawing/2014/main" id="{2C15BD20-69D8-4EC1-8A33-A0C6EAFD30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56880" y="2668182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7">
            <a:extLst>
              <a:ext uri="{FF2B5EF4-FFF2-40B4-BE49-F238E27FC236}">
                <a16:creationId xmlns:a16="http://schemas.microsoft.com/office/drawing/2014/main" id="{4FDB27CA-009D-4863-B119-0EC3683714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2290" y="2048933"/>
            <a:ext cx="3474720" cy="438150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400" b="1" kern="1200" dirty="0" smtClean="0">
                <a:solidFill>
                  <a:schemeClr val="tx1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5">
            <a:extLst>
              <a:ext uri="{FF2B5EF4-FFF2-40B4-BE49-F238E27FC236}">
                <a16:creationId xmlns:a16="http://schemas.microsoft.com/office/drawing/2014/main" id="{FD03E3EF-D812-4B98-959B-6800BBE59D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64990" y="2664637"/>
            <a:ext cx="3474720" cy="2935288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Biome Light" panose="020B03030302040208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Hexagon 2">
            <a:extLst>
              <a:ext uri="{FF2B5EF4-FFF2-40B4-BE49-F238E27FC236}">
                <a16:creationId xmlns:a16="http://schemas.microsoft.com/office/drawing/2014/main" id="{303FFB35-43AC-4A56-92D0-91038C098B3C}"/>
              </a:ext>
            </a:extLst>
          </p:cNvPr>
          <p:cNvSpPr/>
          <p:nvPr userDrawn="1"/>
        </p:nvSpPr>
        <p:spPr>
          <a:xfrm>
            <a:off x="10700126" y="788523"/>
            <a:ext cx="1155906" cy="99647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Hexagon 3">
            <a:extLst>
              <a:ext uri="{FF2B5EF4-FFF2-40B4-BE49-F238E27FC236}">
                <a16:creationId xmlns:a16="http://schemas.microsoft.com/office/drawing/2014/main" id="{AAF31DA0-707D-4A5D-BB7A-A5C90DB11A55}"/>
              </a:ext>
            </a:extLst>
          </p:cNvPr>
          <p:cNvSpPr/>
          <p:nvPr userDrawn="1"/>
        </p:nvSpPr>
        <p:spPr>
          <a:xfrm>
            <a:off x="11388427" y="1859136"/>
            <a:ext cx="315205" cy="271728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539F452B-F55F-4D85-834B-A7EAF742647C}"/>
              </a:ext>
            </a:extLst>
          </p:cNvPr>
          <p:cNvSpPr/>
          <p:nvPr userDrawn="1"/>
        </p:nvSpPr>
        <p:spPr>
          <a:xfrm>
            <a:off x="9014155" y="740289"/>
            <a:ext cx="379060" cy="326776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1D9F6BE-FB0B-42EE-8F02-95F5CC03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C67FFA0E-8AAA-4DEB-B97E-31969F57927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93238" y="2"/>
            <a:ext cx="2798762" cy="1354861"/>
          </a:xfrm>
          <a:custGeom>
            <a:avLst/>
            <a:gdLst>
              <a:gd name="connsiteX0" fmla="*/ 316595 w 2798762"/>
              <a:gd name="connsiteY0" fmla="*/ 88390 h 1354861"/>
              <a:gd name="connsiteX1" fmla="*/ 1152465 w 2798762"/>
              <a:gd name="connsiteY1" fmla="*/ 88390 h 1354861"/>
              <a:gd name="connsiteX2" fmla="*/ 1469083 w 2798762"/>
              <a:gd name="connsiteY2" fmla="*/ 721626 h 1354861"/>
              <a:gd name="connsiteX3" fmla="*/ 1152465 w 2798762"/>
              <a:gd name="connsiteY3" fmla="*/ 1354861 h 1354861"/>
              <a:gd name="connsiteX4" fmla="*/ 316595 w 2798762"/>
              <a:gd name="connsiteY4" fmla="*/ 1354861 h 1354861"/>
              <a:gd name="connsiteX5" fmla="*/ 0 w 2798762"/>
              <a:gd name="connsiteY5" fmla="*/ 721672 h 1354861"/>
              <a:gd name="connsiteX6" fmla="*/ 0 w 2798762"/>
              <a:gd name="connsiteY6" fmla="*/ 721580 h 1354861"/>
              <a:gd name="connsiteX7" fmla="*/ 1250372 w 2798762"/>
              <a:gd name="connsiteY7" fmla="*/ 0 h 1354861"/>
              <a:gd name="connsiteX8" fmla="*/ 2798762 w 2798762"/>
              <a:gd name="connsiteY8" fmla="*/ 0 h 1354861"/>
              <a:gd name="connsiteX9" fmla="*/ 2798762 w 2798762"/>
              <a:gd name="connsiteY9" fmla="*/ 505978 h 1354861"/>
              <a:gd name="connsiteX10" fmla="*/ 2719777 w 2798762"/>
              <a:gd name="connsiteY10" fmla="*/ 663948 h 1354861"/>
              <a:gd name="connsiteX11" fmla="*/ 1582346 w 2798762"/>
              <a:gd name="connsiteY11" fmla="*/ 663948 h 1354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98762" h="1354861">
                <a:moveTo>
                  <a:pt x="316595" y="88390"/>
                </a:moveTo>
                <a:lnTo>
                  <a:pt x="1152465" y="88390"/>
                </a:lnTo>
                <a:lnTo>
                  <a:pt x="1469083" y="721626"/>
                </a:lnTo>
                <a:lnTo>
                  <a:pt x="1152465" y="1354861"/>
                </a:lnTo>
                <a:lnTo>
                  <a:pt x="316595" y="1354861"/>
                </a:lnTo>
                <a:lnTo>
                  <a:pt x="0" y="721672"/>
                </a:lnTo>
                <a:lnTo>
                  <a:pt x="0" y="721580"/>
                </a:lnTo>
                <a:close/>
                <a:moveTo>
                  <a:pt x="1250372" y="0"/>
                </a:moveTo>
                <a:lnTo>
                  <a:pt x="2798762" y="0"/>
                </a:lnTo>
                <a:lnTo>
                  <a:pt x="2798762" y="505978"/>
                </a:lnTo>
                <a:lnTo>
                  <a:pt x="2719777" y="663948"/>
                </a:lnTo>
                <a:lnTo>
                  <a:pt x="1582346" y="663948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55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5E74AFC3-1C60-42DE-ABAC-F53CA85AC6F1}"/>
              </a:ext>
            </a:extLst>
          </p:cNvPr>
          <p:cNvSpPr/>
          <p:nvPr userDrawn="1"/>
        </p:nvSpPr>
        <p:spPr>
          <a:xfrm>
            <a:off x="5897272" y="1457542"/>
            <a:ext cx="617218" cy="61721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133261-FFEB-4B3D-B085-14AEAE741F82}"/>
              </a:ext>
            </a:extLst>
          </p:cNvPr>
          <p:cNvSpPr/>
          <p:nvPr userDrawn="1"/>
        </p:nvSpPr>
        <p:spPr>
          <a:xfrm>
            <a:off x="9810348" y="5955461"/>
            <a:ext cx="394539" cy="39453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3FE105-1D8E-48B0-AD9A-95AC9A165651}"/>
              </a:ext>
            </a:extLst>
          </p:cNvPr>
          <p:cNvSpPr/>
          <p:nvPr userDrawn="1"/>
        </p:nvSpPr>
        <p:spPr>
          <a:xfrm>
            <a:off x="6514490" y="946887"/>
            <a:ext cx="335852" cy="33585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4388F5-0DCA-4A09-A6E1-AE07F40309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1" y="2042790"/>
            <a:ext cx="4143374" cy="26543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02C12FDC-BC11-43E8-B22A-3EC48E0344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7699" y="4953919"/>
            <a:ext cx="4143375" cy="7594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</a:defRPr>
            </a:lvl1pPr>
            <a:lvl2pPr>
              <a:buNone/>
              <a:defRPr sz="2000"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D43F412-F2C7-4D38-BDD0-966302908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7402" y="533063"/>
            <a:ext cx="5542598" cy="5611666"/>
          </a:xfrm>
          <a:custGeom>
            <a:avLst/>
            <a:gdLst>
              <a:gd name="connsiteX0" fmla="*/ 3354105 w 5542598"/>
              <a:gd name="connsiteY0" fmla="*/ 4359376 h 5611666"/>
              <a:gd name="connsiteX1" fmla="*/ 3980250 w 5542598"/>
              <a:gd name="connsiteY1" fmla="*/ 4985521 h 5611666"/>
              <a:gd name="connsiteX2" fmla="*/ 3354105 w 5542598"/>
              <a:gd name="connsiteY2" fmla="*/ 5611666 h 5611666"/>
              <a:gd name="connsiteX3" fmla="*/ 2727960 w 5542598"/>
              <a:gd name="connsiteY3" fmla="*/ 4985521 h 5611666"/>
              <a:gd name="connsiteX4" fmla="*/ 3354105 w 5542598"/>
              <a:gd name="connsiteY4" fmla="*/ 4359376 h 5611666"/>
              <a:gd name="connsiteX5" fmla="*/ 1592580 w 5542598"/>
              <a:gd name="connsiteY5" fmla="*/ 1430357 h 5611666"/>
              <a:gd name="connsiteX6" fmla="*/ 3185160 w 5542598"/>
              <a:gd name="connsiteY6" fmla="*/ 3022937 h 5611666"/>
              <a:gd name="connsiteX7" fmla="*/ 1592580 w 5542598"/>
              <a:gd name="connsiteY7" fmla="*/ 4615517 h 5611666"/>
              <a:gd name="connsiteX8" fmla="*/ 0 w 5542598"/>
              <a:gd name="connsiteY8" fmla="*/ 3022937 h 5611666"/>
              <a:gd name="connsiteX9" fmla="*/ 1592580 w 5542598"/>
              <a:gd name="connsiteY9" fmla="*/ 1430357 h 5611666"/>
              <a:gd name="connsiteX10" fmla="*/ 4230267 w 5542598"/>
              <a:gd name="connsiteY10" fmla="*/ 0 h 5611666"/>
              <a:gd name="connsiteX11" fmla="*/ 5542598 w 5542598"/>
              <a:gd name="connsiteY11" fmla="*/ 1312331 h 5611666"/>
              <a:gd name="connsiteX12" fmla="*/ 4230267 w 5542598"/>
              <a:gd name="connsiteY12" fmla="*/ 2624662 h 5611666"/>
              <a:gd name="connsiteX13" fmla="*/ 2917936 w 5542598"/>
              <a:gd name="connsiteY13" fmla="*/ 1312331 h 5611666"/>
              <a:gd name="connsiteX14" fmla="*/ 4230267 w 5542598"/>
              <a:gd name="connsiteY14" fmla="*/ 0 h 561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542598" h="5611666">
                <a:moveTo>
                  <a:pt x="3354105" y="4359376"/>
                </a:moveTo>
                <a:cubicBezTo>
                  <a:pt x="3699915" y="4359376"/>
                  <a:pt x="3980250" y="4639711"/>
                  <a:pt x="3980250" y="4985521"/>
                </a:cubicBezTo>
                <a:cubicBezTo>
                  <a:pt x="3980250" y="5331331"/>
                  <a:pt x="3699915" y="5611666"/>
                  <a:pt x="3354105" y="5611666"/>
                </a:cubicBezTo>
                <a:cubicBezTo>
                  <a:pt x="3008295" y="5611666"/>
                  <a:pt x="2727960" y="5331331"/>
                  <a:pt x="2727960" y="4985521"/>
                </a:cubicBezTo>
                <a:cubicBezTo>
                  <a:pt x="2727960" y="4639711"/>
                  <a:pt x="3008295" y="4359376"/>
                  <a:pt x="3354105" y="4359376"/>
                </a:cubicBezTo>
                <a:close/>
                <a:moveTo>
                  <a:pt x="1592580" y="1430357"/>
                </a:moveTo>
                <a:cubicBezTo>
                  <a:pt x="2472138" y="1430357"/>
                  <a:pt x="3185160" y="2143379"/>
                  <a:pt x="3185160" y="3022937"/>
                </a:cubicBezTo>
                <a:cubicBezTo>
                  <a:pt x="3185160" y="3902495"/>
                  <a:pt x="2472138" y="4615517"/>
                  <a:pt x="1592580" y="4615517"/>
                </a:cubicBezTo>
                <a:cubicBezTo>
                  <a:pt x="713022" y="4615517"/>
                  <a:pt x="0" y="3902495"/>
                  <a:pt x="0" y="3022937"/>
                </a:cubicBezTo>
                <a:cubicBezTo>
                  <a:pt x="0" y="2143379"/>
                  <a:pt x="713022" y="1430357"/>
                  <a:pt x="1592580" y="1430357"/>
                </a:cubicBezTo>
                <a:close/>
                <a:moveTo>
                  <a:pt x="4230267" y="0"/>
                </a:moveTo>
                <a:cubicBezTo>
                  <a:pt x="4955047" y="0"/>
                  <a:pt x="5542598" y="587551"/>
                  <a:pt x="5542598" y="1312331"/>
                </a:cubicBezTo>
                <a:cubicBezTo>
                  <a:pt x="5542598" y="2037111"/>
                  <a:pt x="4955047" y="2624662"/>
                  <a:pt x="4230267" y="2624662"/>
                </a:cubicBezTo>
                <a:cubicBezTo>
                  <a:pt x="3505487" y="2624662"/>
                  <a:pt x="2917936" y="2037111"/>
                  <a:pt x="2917936" y="1312331"/>
                </a:cubicBezTo>
                <a:cubicBezTo>
                  <a:pt x="2917936" y="587551"/>
                  <a:pt x="3505487" y="0"/>
                  <a:pt x="423026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1176083-2CE5-4707-A564-4680545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186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1AD702D-965C-40E9-8D23-D82E2CFA9E61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5/18/2026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E0959-6855-4447-BAEC-D32B47712F07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A05B6A-9124-4DBB-843A-84818A8F79FC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88" r:id="rId3"/>
    <p:sldLayoutId id="2147483681" r:id="rId4"/>
    <p:sldLayoutId id="2147483680" r:id="rId5"/>
    <p:sldLayoutId id="2147483682" r:id="rId6"/>
    <p:sldLayoutId id="2147483677" r:id="rId7"/>
    <p:sldLayoutId id="2147483654" r:id="rId8"/>
    <p:sldLayoutId id="2147483685" r:id="rId9"/>
    <p:sldLayoutId id="2147483684" r:id="rId10"/>
    <p:sldLayoutId id="2147483686" r:id="rId11"/>
    <p:sldLayoutId id="2147483687" r:id="rId12"/>
    <p:sldLayoutId id="214748367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7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 12" descr="Blue glass building">
            <a:extLst>
              <a:ext uri="{FF2B5EF4-FFF2-40B4-BE49-F238E27FC236}">
                <a16:creationId xmlns:a16="http://schemas.microsoft.com/office/drawing/2014/main" id="{E6A5B61D-69C0-4661-AD66-3D72D9A6E86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alphaModFix amt="80000"/>
          </a:blip>
          <a:srcRect t="7802" b="7802"/>
          <a:stretch/>
        </p:blipFill>
        <p:spPr>
          <a:xfrm>
            <a:off x="0" y="0"/>
            <a:ext cx="12192000" cy="6858000"/>
          </a:xfrm>
          <a:blipFill dpi="0" rotWithShape="1">
            <a:blip r:embed="rId3">
              <a:alphaModFix amt="8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</p:pic>
      <p:sp>
        <p:nvSpPr>
          <p:cNvPr id="6" name="Hexagon 5">
            <a:extLst>
              <a:ext uri="{FF2B5EF4-FFF2-40B4-BE49-F238E27FC236}">
                <a16:creationId xmlns:a16="http://schemas.microsoft.com/office/drawing/2014/main" id="{38AF5374-EA50-4722-BB45-6C182E5A1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6402" y="903484"/>
            <a:ext cx="5859196" cy="5051033"/>
          </a:xfrm>
          <a:prstGeom prst="hexagon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837CEB-1A69-4F72-95D4-054D82F09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MAVERICK</a:t>
            </a:r>
            <a:br>
              <a:rPr lang="en-US" dirty="0"/>
            </a:br>
            <a:r>
              <a:rPr lang="en-US" dirty="0"/>
              <a:t>BANK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FAF4E3-C8A2-4861-A67E-040D885F84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Case Study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6DF5064-7AAC-4887-9BD5-FB6BC40A67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September 18, 2026</a:t>
            </a:r>
          </a:p>
          <a:p>
            <a:r>
              <a:rPr lang="en-US" b="1" dirty="0"/>
              <a:t>Presented By</a:t>
            </a:r>
          </a:p>
          <a:p>
            <a:r>
              <a:rPr lang="en-US" dirty="0"/>
              <a:t>Doddoji Likhitha</a:t>
            </a:r>
          </a:p>
        </p:txBody>
      </p:sp>
      <p:sp>
        <p:nvSpPr>
          <p:cNvPr id="21" name="Hexagon 20">
            <a:extLst>
              <a:ext uri="{FF2B5EF4-FFF2-40B4-BE49-F238E27FC236}">
                <a16:creationId xmlns:a16="http://schemas.microsoft.com/office/drawing/2014/main" id="{35FAA64B-9D7A-4109-97E0-B0BAA29C4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74278" y="5753530"/>
            <a:ext cx="651613" cy="561736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00A0E61B-8139-47E5-862B-C6D87AFF3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5521" y="2751804"/>
            <a:ext cx="785546" cy="677196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B06F39E4-24A5-44F2-BD9A-7E8C8AF27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1783" y="671564"/>
            <a:ext cx="392774" cy="33859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Hexagon 1">
            <a:extLst>
              <a:ext uri="{FF2B5EF4-FFF2-40B4-BE49-F238E27FC236}">
                <a16:creationId xmlns:a16="http://schemas.microsoft.com/office/drawing/2014/main" id="{62F7433A-0BB9-4B38-A96F-AB1B77772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5398" y="3344350"/>
            <a:ext cx="196388" cy="169300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993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559407"/>
            <a:ext cx="4275138" cy="83099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1518222"/>
            <a:ext cx="4275138" cy="3560763"/>
          </a:xfrm>
        </p:spPr>
        <p:txBody>
          <a:bodyPr/>
          <a:lstStyle/>
          <a:p>
            <a:r>
              <a:rPr lang="en-US" dirty="0"/>
              <a:t>Mission &amp; Vision</a:t>
            </a:r>
          </a:p>
          <a:p>
            <a:r>
              <a:rPr lang="en-US" dirty="0"/>
              <a:t>Project Structure</a:t>
            </a:r>
          </a:p>
          <a:p>
            <a:r>
              <a:rPr lang="en-US" dirty="0"/>
              <a:t>Implementation Plan</a:t>
            </a:r>
          </a:p>
          <a:p>
            <a:r>
              <a:rPr lang="en-US" dirty="0"/>
              <a:t>SQL Server Database Design</a:t>
            </a:r>
          </a:p>
          <a:p>
            <a:r>
              <a:rPr lang="en-US" dirty="0"/>
              <a:t>Coding Part Implemented Features</a:t>
            </a:r>
          </a:p>
          <a:p>
            <a:r>
              <a:rPr lang="en-US" dirty="0"/>
              <a:t>Testing Part</a:t>
            </a:r>
          </a:p>
          <a:p>
            <a:r>
              <a:rPr lang="en-US" dirty="0"/>
              <a:t>Reports</a:t>
            </a:r>
          </a:p>
          <a:p>
            <a:r>
              <a:rPr lang="en-US" dirty="0"/>
              <a:t>SonarQube Report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707BA6F-4B58-8610-9F4B-AEB8BBEE89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alphaModFix/>
          </a:blip>
          <a:srcRect l="-255" t="2519" r="10921" b="2519"/>
          <a:stretch>
            <a:fillRect/>
          </a:stretch>
        </p:blipFill>
        <p:spPr>
          <a:xfrm>
            <a:off x="6048000" y="432000"/>
            <a:ext cx="4824000" cy="5298917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  <a:noFill/>
          <a:effectLst>
            <a:softEdge rad="177800"/>
          </a:effectLst>
        </p:spPr>
      </p:pic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EF53E3-F88C-4203-A489-8C9D57513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740743"/>
            <a:ext cx="5900821" cy="1023587"/>
          </a:xfrm>
        </p:spPr>
        <p:txBody>
          <a:bodyPr/>
          <a:lstStyle/>
          <a:p>
            <a:r>
              <a:rPr lang="en-IN" cap="all" dirty="0"/>
              <a:t>Mission &amp; Vision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F03AADD-A4FE-4CE8-944C-3F9C9777F0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/>
              <a:t>Maverick Bank</a:t>
            </a:r>
            <a:r>
              <a:rPr lang="en-US" dirty="0"/>
              <a:t> is a robust, secure, and scalable banking platform designed to provide seamless financial services to Customers, Employees, and Administrators.</a:t>
            </a:r>
          </a:p>
          <a:p>
            <a:r>
              <a:rPr lang="en-US" dirty="0"/>
              <a:t>Built with high-performance technologies, it handles everything from account management and loan disbursement to real-time financial reporting.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Digital Banking Interface">
            <a:extLst>
              <a:ext uri="{FF2B5EF4-FFF2-40B4-BE49-F238E27FC236}">
                <a16:creationId xmlns:a16="http://schemas.microsoft.com/office/drawing/2014/main" id="{E187FE86-798E-5EE5-43C1-5AF5444903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636209"/>
            <a:ext cx="3810000" cy="3560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DEEC51-3695-9E64-ADBA-18D14D607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5692274" cy="1239487"/>
          </a:xfrm>
        </p:spPr>
        <p:txBody>
          <a:bodyPr/>
          <a:lstStyle/>
          <a:p>
            <a:r>
              <a:rPr lang="en-IN" dirty="0"/>
              <a:t>Project Structure</a:t>
            </a:r>
            <a:br>
              <a:rPr lang="en-IN" cap="all" dirty="0"/>
            </a:b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E11F8-F638-99AF-8FA7-8BF7BE682DBE}"/>
              </a:ext>
            </a:extLst>
          </p:cNvPr>
          <p:cNvSpPr txBox="1"/>
          <p:nvPr/>
        </p:nvSpPr>
        <p:spPr>
          <a:xfrm>
            <a:off x="660399" y="2175263"/>
            <a:ext cx="714641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Frontend</a:t>
            </a:r>
            <a:r>
              <a:rPr lang="en-IN" sz="2000" dirty="0"/>
              <a:t>: React + TypeScript + Bootstrap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Backend</a:t>
            </a:r>
            <a:r>
              <a:rPr lang="en-IN" sz="2000" dirty="0"/>
              <a:t>: ASP.NET Core Web API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Database</a:t>
            </a:r>
            <a:r>
              <a:rPr lang="en-IN" sz="2000" dirty="0"/>
              <a:t>: SQL Server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Backend Architecture</a:t>
            </a:r>
            <a:r>
              <a:rPr lang="en-IN" sz="2000" dirty="0"/>
              <a:t>: Layered Architecture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Frontend Architecture</a:t>
            </a:r>
            <a:r>
              <a:rPr lang="en-IN" sz="2000" dirty="0"/>
              <a:t>: Modular Architecture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Authentication</a:t>
            </a:r>
            <a:r>
              <a:rPr lang="en-IN" sz="2000" dirty="0"/>
              <a:t>: JWT Based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ORM</a:t>
            </a:r>
            <a:r>
              <a:rPr lang="en-IN" sz="2000" dirty="0"/>
              <a:t>: Entity Framework Core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Validation</a:t>
            </a:r>
            <a:r>
              <a:rPr lang="en-IN" sz="2000" dirty="0"/>
              <a:t>: Fluent Validation, Form Validation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b="1" dirty="0"/>
              <a:t>Testing</a:t>
            </a:r>
            <a:r>
              <a:rPr lang="en-IN" sz="2000" dirty="0"/>
              <a:t>: Unit Testing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43D939-5323-C731-B51A-4D566DEAD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327" y="2044700"/>
            <a:ext cx="5828890" cy="32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17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6BDB67-B686-4CB6-D09E-810AECFB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847305" cy="1087755"/>
          </a:xfrm>
        </p:spPr>
        <p:txBody>
          <a:bodyPr/>
          <a:lstStyle/>
          <a:p>
            <a:r>
              <a:rPr lang="en-IN" dirty="0"/>
              <a:t>Implementation Plan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358A8E-E791-6C5F-4EBC-E9193CAE8983}"/>
              </a:ext>
            </a:extLst>
          </p:cNvPr>
          <p:cNvSpPr txBox="1"/>
          <p:nvPr/>
        </p:nvSpPr>
        <p:spPr>
          <a:xfrm>
            <a:off x="660399" y="2090172"/>
            <a:ext cx="848360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Requirement Analysis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Database Design (ER Diagram)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Backend API Development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Frontend UI Development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Authentication &amp; Role Management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Testing &amp; Bug Fixing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IN" sz="2000" dirty="0"/>
              <a:t>Final Deployment Preparation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9CD256-8E75-4D34-C794-49F6454B8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93" y="2090172"/>
            <a:ext cx="6021408" cy="328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04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ED2E81-1CC9-465D-3F5F-EE3AAB56D1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399" y="2253247"/>
            <a:ext cx="4275138" cy="3560763"/>
          </a:xfrm>
        </p:spPr>
        <p:txBody>
          <a:bodyPr/>
          <a:lstStyle/>
          <a:p>
            <a:r>
              <a:rPr lang="en-US" dirty="0"/>
              <a:t> Users</a:t>
            </a:r>
          </a:p>
          <a:p>
            <a:r>
              <a:rPr lang="en-US" dirty="0"/>
              <a:t> Accounts</a:t>
            </a:r>
          </a:p>
          <a:p>
            <a:r>
              <a:rPr lang="en-US" dirty="0"/>
              <a:t> Transactions</a:t>
            </a:r>
          </a:p>
          <a:p>
            <a:r>
              <a:rPr lang="en-US" dirty="0"/>
              <a:t> Beneficiaries</a:t>
            </a:r>
          </a:p>
          <a:p>
            <a:r>
              <a:rPr lang="en-US" dirty="0"/>
              <a:t> Loans</a:t>
            </a:r>
          </a:p>
          <a:p>
            <a:r>
              <a:rPr lang="en-US" dirty="0"/>
              <a:t> Loan Products</a:t>
            </a:r>
          </a:p>
          <a:p>
            <a:r>
              <a:rPr lang="en-US" dirty="0"/>
              <a:t> Audit Logs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B1C87A-7257-6D18-640D-985A4DE14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612173"/>
            <a:ext cx="8018380" cy="702745"/>
          </a:xfrm>
        </p:spPr>
        <p:txBody>
          <a:bodyPr/>
          <a:lstStyle/>
          <a:p>
            <a:r>
              <a:rPr lang="en-IN" dirty="0"/>
              <a:t>SQL Server Database Design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55BAF5-A642-114B-C8F5-D6CC1C370317}"/>
              </a:ext>
            </a:extLst>
          </p:cNvPr>
          <p:cNvSpPr txBox="1"/>
          <p:nvPr/>
        </p:nvSpPr>
        <p:spPr>
          <a:xfrm>
            <a:off x="757084" y="1752289"/>
            <a:ext cx="2722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Database Tables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614474-3DD8-9956-B9E1-4F819A532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143" y="1442946"/>
            <a:ext cx="7461588" cy="480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72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240062-A42D-0F10-E046-57D6475D90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399" y="1859280"/>
            <a:ext cx="4275138" cy="3560763"/>
          </a:xfrm>
        </p:spPr>
        <p:txBody>
          <a:bodyPr/>
          <a:lstStyle/>
          <a:p>
            <a:r>
              <a:rPr lang="en-US" dirty="0"/>
              <a:t>User Registration &amp; Login</a:t>
            </a:r>
          </a:p>
          <a:p>
            <a:r>
              <a:rPr lang="en-US" dirty="0"/>
              <a:t> Customer Dashboard</a:t>
            </a:r>
          </a:p>
          <a:p>
            <a:r>
              <a:rPr lang="en-US" dirty="0"/>
              <a:t> Account Management</a:t>
            </a:r>
          </a:p>
          <a:p>
            <a:r>
              <a:rPr lang="en-US" dirty="0"/>
              <a:t> Deposit, Withdraw, Transfer</a:t>
            </a:r>
          </a:p>
          <a:p>
            <a:r>
              <a:rPr lang="en-US" dirty="0"/>
              <a:t> Beneficiaries</a:t>
            </a:r>
          </a:p>
          <a:p>
            <a:r>
              <a:rPr lang="en-US" dirty="0"/>
              <a:t> Loan Application &amp; Approval</a:t>
            </a:r>
          </a:p>
          <a:p>
            <a:r>
              <a:rPr lang="en-US" dirty="0"/>
              <a:t> Employee Management</a:t>
            </a:r>
          </a:p>
          <a:p>
            <a:r>
              <a:rPr lang="en-US" dirty="0"/>
              <a:t> Admin Dashboard</a:t>
            </a:r>
          </a:p>
          <a:p>
            <a:r>
              <a:rPr lang="en-US" dirty="0"/>
              <a:t> Reports &amp; Analytics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E16980-583A-1F1C-6935-0B497EE37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678783"/>
            <a:ext cx="9834881" cy="1180497"/>
          </a:xfrm>
        </p:spPr>
        <p:txBody>
          <a:bodyPr/>
          <a:lstStyle/>
          <a:p>
            <a:r>
              <a:rPr lang="en-IN" dirty="0"/>
              <a:t>Coding Part Implemented Features</a:t>
            </a:r>
            <a:br>
              <a:rPr lang="en-IN" dirty="0"/>
            </a:b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5F1A5E-308F-1ADA-4288-294384370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054" y="4605223"/>
            <a:ext cx="2734567" cy="16296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A4C876F-1985-8FBD-A21E-A58B79084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9487" y="2095888"/>
            <a:ext cx="4730772" cy="243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480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CD9D38-7CB8-84EA-74E8-B9A7775795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 dirty="0"/>
              <a:t>Unit Testing</a:t>
            </a:r>
          </a:p>
          <a:p>
            <a:r>
              <a:rPr lang="en-IN" dirty="0"/>
              <a:t> Login Validation</a:t>
            </a:r>
          </a:p>
          <a:p>
            <a:r>
              <a:rPr lang="en-IN" dirty="0"/>
              <a:t> Deposit &amp; Withdrawal Validation</a:t>
            </a:r>
          </a:p>
          <a:p>
            <a:r>
              <a:rPr lang="en-IN" dirty="0"/>
              <a:t> Loan Approval Validation</a:t>
            </a:r>
          </a:p>
          <a:p>
            <a:r>
              <a:rPr lang="en-IN" dirty="0"/>
              <a:t> Account Closure Validation</a:t>
            </a:r>
          </a:p>
          <a:p>
            <a:r>
              <a:rPr lang="en-IN" dirty="0"/>
              <a:t> Role-Based Access Testing</a:t>
            </a:r>
          </a:p>
          <a:p>
            <a:r>
              <a:rPr lang="en-IN" dirty="0"/>
              <a:t> Error Handling &amp; Form Validation</a:t>
            </a:r>
          </a:p>
          <a:p>
            <a:endParaRPr lang="en-IN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DCFABA-904B-2DE7-6DD9-0603335C5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Testing Part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B35445-C35C-C4E2-E54C-ADA2DB892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852" y="2359629"/>
            <a:ext cx="5448772" cy="25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39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17848C-18B4-A34C-B28B-9107E2127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192594"/>
            <a:ext cx="4275138" cy="3560763"/>
          </a:xfrm>
        </p:spPr>
        <p:txBody>
          <a:bodyPr/>
          <a:lstStyle/>
          <a:p>
            <a:r>
              <a:rPr lang="en-IN" dirty="0"/>
              <a:t>Account Statement Generation</a:t>
            </a:r>
            <a:endParaRPr lang="en-US" dirty="0"/>
          </a:p>
          <a:p>
            <a:r>
              <a:rPr lang="en-IN" dirty="0"/>
              <a:t>Transaction History Reports</a:t>
            </a:r>
          </a:p>
          <a:p>
            <a:r>
              <a:rPr lang="en-US" dirty="0"/>
              <a:t> </a:t>
            </a:r>
            <a:r>
              <a:rPr lang="en-IN" dirty="0"/>
              <a:t>User Statistics Dashboard</a:t>
            </a:r>
          </a:p>
          <a:p>
            <a:r>
              <a:rPr lang="en-US" dirty="0"/>
              <a:t> </a:t>
            </a:r>
            <a:r>
              <a:rPr lang="en-IN" dirty="0"/>
              <a:t>Loan Status Monitoring</a:t>
            </a:r>
          </a:p>
          <a:p>
            <a:r>
              <a:rPr lang="en-US" dirty="0"/>
              <a:t> </a:t>
            </a:r>
            <a:r>
              <a:rPr lang="en-IN" dirty="0"/>
              <a:t>Banking Overview Analytics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5A3C99-EF76-D5FB-EAE2-C61041478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320E03-6E52-A675-9D77-F557506D3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361" y="2192594"/>
            <a:ext cx="7502013" cy="286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38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90B802-5FFE-0A0F-2C24-C89EC781C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5435600" cy="1023587"/>
          </a:xfrm>
        </p:spPr>
        <p:txBody>
          <a:bodyPr/>
          <a:lstStyle/>
          <a:p>
            <a:r>
              <a:rPr lang="en-IN" dirty="0"/>
              <a:t>SonarQube Report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0B0298-00A6-DD5E-3E0D-47AE67FFF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464" y="1685635"/>
            <a:ext cx="10019071" cy="457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52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A4448-4930-46E0-AD53-50021D9DC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09" y="2761832"/>
            <a:ext cx="4275138" cy="830997"/>
          </a:xfrm>
        </p:spPr>
        <p:txBody>
          <a:bodyPr/>
          <a:lstStyle/>
          <a:p>
            <a:r>
              <a:rPr lang="en-US" dirty="0"/>
              <a:t>THANK YOU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534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eometric Presentation">
      <a:dk1>
        <a:sysClr val="windowText" lastClr="000000"/>
      </a:dk1>
      <a:lt1>
        <a:sysClr val="window" lastClr="FFFFFF"/>
      </a:lt1>
      <a:dk2>
        <a:srgbClr val="44546A"/>
      </a:dk2>
      <a:lt2>
        <a:srgbClr val="ACCBF9"/>
      </a:lt2>
      <a:accent1>
        <a:srgbClr val="5C83C4"/>
      </a:accent1>
      <a:accent2>
        <a:srgbClr val="2C599D"/>
      </a:accent2>
      <a:accent3>
        <a:srgbClr val="1A3B70"/>
      </a:accent3>
      <a:accent4>
        <a:srgbClr val="FA6F1A"/>
      </a:accent4>
      <a:accent5>
        <a:srgbClr val="11224E"/>
      </a:accent5>
      <a:accent6>
        <a:srgbClr val="9D90A0"/>
      </a:accent6>
      <a:hlink>
        <a:srgbClr val="9454C3"/>
      </a:hlink>
      <a:folHlink>
        <a:srgbClr val="3EBBF0"/>
      </a:folHlink>
    </a:clrScheme>
    <a:fontScheme name="Custom 147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16411253_LW_v2" id="{C590A786-F65F-42F6-9E48-12C78E3C86B3}" vid="{FEE92C9D-6350-4ECD-87A4-004D12BB2B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Geometric presentation</Template>
  <TotalTime>176</TotalTime>
  <Words>277</Words>
  <Application>Microsoft Office PowerPoint</Application>
  <PresentationFormat>Widescreen</PresentationFormat>
  <Paragraphs>73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MAVERICK BANK</vt:lpstr>
      <vt:lpstr>Agenda</vt:lpstr>
      <vt:lpstr>Mission &amp; Vision</vt:lpstr>
      <vt:lpstr>Project Structure </vt:lpstr>
      <vt:lpstr>Implementation Plan</vt:lpstr>
      <vt:lpstr>SQL Server Database Design </vt:lpstr>
      <vt:lpstr>Coding Part Implemented Features </vt:lpstr>
      <vt:lpstr>Testing Part</vt:lpstr>
      <vt:lpstr>Reports</vt:lpstr>
      <vt:lpstr>SonarQube Report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likhitha doddoji</dc:creator>
  <cp:lastModifiedBy>likhitha doddoji</cp:lastModifiedBy>
  <cp:revision>1</cp:revision>
  <dcterms:created xsi:type="dcterms:W3CDTF">2026-05-18T02:42:15Z</dcterms:created>
  <dcterms:modified xsi:type="dcterms:W3CDTF">2026-05-18T11:01:46Z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